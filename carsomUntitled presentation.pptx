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IBM Plex Sans"/>
      <p:regular r:id="rId13"/>
      <p:bold r:id="rId14"/>
      <p:italic r:id="rId15"/>
      <p:boldItalic r:id="rId16"/>
    </p:embeddedFont>
    <p:embeddedFont>
      <p:font typeface="Sora SemiBold"/>
      <p:regular r:id="rId17"/>
      <p:bold r:id="rId18"/>
    </p:embeddedFont>
    <p:embeddedFont>
      <p:font typeface="IBM Plex Sans Medium"/>
      <p:regular r:id="rId19"/>
      <p:bold r:id="rId20"/>
      <p:italic r:id="rId21"/>
      <p:boldItalic r:id="rId22"/>
    </p:embeddedFont>
    <p:embeddedFont>
      <p:font typeface="Sora Light"/>
      <p:regular r:id="rId23"/>
      <p:bold r:id="rId24"/>
    </p:embeddedFont>
    <p:embeddedFont>
      <p:font typeface="Sora ExtraLight"/>
      <p:regular r:id="rId25"/>
      <p:bold r:id="rId26"/>
    </p:embeddedFont>
    <p:embeddedFont>
      <p:font typeface="Sora"/>
      <p:regular r:id="rId27"/>
      <p:bold r:id="rId28"/>
    </p:embeddedFont>
    <p:embeddedFont>
      <p:font typeface="Sora Medium"/>
      <p:regular r:id="rId29"/>
      <p:bold r:id="rId30"/>
    </p:embeddedFont>
    <p:embeddedFont>
      <p:font typeface="IBM Plex Sans SemiBold"/>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SansSemiBold-regular.fntdata"/><Relationship Id="rId30" Type="http://schemas.openxmlformats.org/officeDocument/2006/relationships/font" Target="fonts/SoraMedium-bold.fntdata"/><Relationship Id="rId33" Type="http://schemas.openxmlformats.org/officeDocument/2006/relationships/font" Target="fonts/IBMPlexSansSemiBold-italic.fntdata"/><Relationship Id="rId32" Type="http://schemas.openxmlformats.org/officeDocument/2006/relationships/font" Target="fonts/IBMPlexSansSemiBold-bold.fntdata"/><Relationship Id="rId34" Type="http://schemas.openxmlformats.org/officeDocument/2006/relationships/font" Target="fonts/IBMPlexSansSemiBold-boldItalic.fntdata"/><Relationship Id="rId20" Type="http://schemas.openxmlformats.org/officeDocument/2006/relationships/font" Target="fonts/IBMPlexSansMedium-bold.fntdata"/><Relationship Id="rId22" Type="http://schemas.openxmlformats.org/officeDocument/2006/relationships/font" Target="fonts/IBMPlexSansMedium-boldItalic.fntdata"/><Relationship Id="rId21" Type="http://schemas.openxmlformats.org/officeDocument/2006/relationships/font" Target="fonts/IBMPlexSansMedium-italic.fntdata"/><Relationship Id="rId24" Type="http://schemas.openxmlformats.org/officeDocument/2006/relationships/font" Target="fonts/SoraLight-bold.fntdata"/><Relationship Id="rId23" Type="http://schemas.openxmlformats.org/officeDocument/2006/relationships/font" Target="fonts/SoraLight-regular.fntdata"/><Relationship Id="rId26" Type="http://schemas.openxmlformats.org/officeDocument/2006/relationships/font" Target="fonts/SoraExtraLight-bold.fntdata"/><Relationship Id="rId25" Type="http://schemas.openxmlformats.org/officeDocument/2006/relationships/font" Target="fonts/SoraExtraLight-regular.fntdata"/><Relationship Id="rId28" Type="http://schemas.openxmlformats.org/officeDocument/2006/relationships/font" Target="fonts/Sora-bold.fntdata"/><Relationship Id="rId27" Type="http://schemas.openxmlformats.org/officeDocument/2006/relationships/font" Target="fonts/Sora-regular.fntdata"/><Relationship Id="rId29" Type="http://schemas.openxmlformats.org/officeDocument/2006/relationships/font" Target="fonts/SoraMedium-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IBMPlexSans-regular.fntdata"/><Relationship Id="rId12" Type="http://schemas.openxmlformats.org/officeDocument/2006/relationships/slide" Target="slides/slide6.xml"/><Relationship Id="rId15" Type="http://schemas.openxmlformats.org/officeDocument/2006/relationships/font" Target="fonts/IBMPlexSans-italic.fntdata"/><Relationship Id="rId14" Type="http://schemas.openxmlformats.org/officeDocument/2006/relationships/font" Target="fonts/IBMPlexSans-bold.fntdata"/><Relationship Id="rId17" Type="http://schemas.openxmlformats.org/officeDocument/2006/relationships/font" Target="fonts/SoraSemiBold-regular.fntdata"/><Relationship Id="rId16" Type="http://schemas.openxmlformats.org/officeDocument/2006/relationships/font" Target="fonts/IBMPlexSans-boldItalic.fntdata"/><Relationship Id="rId19" Type="http://schemas.openxmlformats.org/officeDocument/2006/relationships/font" Target="fonts/IBMPlexSansMedium-regular.fntdata"/><Relationship Id="rId18" Type="http://schemas.openxmlformats.org/officeDocument/2006/relationships/font" Target="fonts/Sora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d9617783f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d9617783f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d9617783f8_0_1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3d9617783f8_0_1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d9617783f8_0_1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3d9617783f8_0_1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d9617783f8_0_1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3d9617783f8_0_1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d9617783f8_0_1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3d9617783f8_0_1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d9617783f8_0_1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3d9617783f8_0_1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6" name="Google Shape;56;p14"/>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14"/>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8" name="Google Shape;58;p14"/>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59" name="Google Shape;59;p14"/>
          <p:cNvGrpSpPr/>
          <p:nvPr/>
        </p:nvGrpSpPr>
        <p:grpSpPr>
          <a:xfrm flipH="1" rot="10800000">
            <a:off x="4395238" y="-11"/>
            <a:ext cx="4748757" cy="2797859"/>
            <a:chOff x="3200875" y="1642950"/>
            <a:chExt cx="5970275" cy="3517550"/>
          </a:xfrm>
        </p:grpSpPr>
        <p:sp>
          <p:nvSpPr>
            <p:cNvPr id="60" name="Google Shape;60;p14"/>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61" name="Google Shape;61;p14"/>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62" name="Google Shape;62;p14"/>
          <p:cNvGrpSpPr/>
          <p:nvPr/>
        </p:nvGrpSpPr>
        <p:grpSpPr>
          <a:xfrm flipH="1">
            <a:off x="6309311" y="2793726"/>
            <a:ext cx="2834695" cy="1890116"/>
            <a:chOff x="312900" y="2793625"/>
            <a:chExt cx="2221200" cy="1481050"/>
          </a:xfrm>
        </p:grpSpPr>
        <p:grpSp>
          <p:nvGrpSpPr>
            <p:cNvPr id="63" name="Google Shape;63;p14"/>
            <p:cNvGrpSpPr/>
            <p:nvPr/>
          </p:nvGrpSpPr>
          <p:grpSpPr>
            <a:xfrm>
              <a:off x="312900" y="2793625"/>
              <a:ext cx="1851000" cy="1481050"/>
              <a:chOff x="461225" y="3249175"/>
              <a:chExt cx="1851000" cy="1481050"/>
            </a:xfrm>
          </p:grpSpPr>
          <p:grpSp>
            <p:nvGrpSpPr>
              <p:cNvPr id="64" name="Google Shape;64;p14"/>
              <p:cNvGrpSpPr/>
              <p:nvPr/>
            </p:nvGrpSpPr>
            <p:grpSpPr>
              <a:xfrm>
                <a:off x="461225" y="3249175"/>
                <a:ext cx="1851000" cy="370200"/>
                <a:chOff x="461225" y="3249175"/>
                <a:chExt cx="1851000" cy="370200"/>
              </a:xfrm>
            </p:grpSpPr>
            <p:sp>
              <p:nvSpPr>
                <p:cNvPr id="65" name="Google Shape;65;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 name="Google Shape;66;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 name="Google Shape;6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 name="Google Shape;68;p14"/>
              <p:cNvGrpSpPr/>
              <p:nvPr/>
            </p:nvGrpSpPr>
            <p:grpSpPr>
              <a:xfrm>
                <a:off x="461225" y="3619500"/>
                <a:ext cx="1480800" cy="370200"/>
                <a:chOff x="461225" y="3249175"/>
                <a:chExt cx="1480800" cy="370200"/>
              </a:xfrm>
            </p:grpSpPr>
            <p:sp>
              <p:nvSpPr>
                <p:cNvPr id="69" name="Google Shape;6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 name="Google Shape;71;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 name="Google Shape;72;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 name="Google Shape;73;p14"/>
              <p:cNvGrpSpPr/>
              <p:nvPr/>
            </p:nvGrpSpPr>
            <p:grpSpPr>
              <a:xfrm>
                <a:off x="461225" y="3989700"/>
                <a:ext cx="1851000" cy="370200"/>
                <a:chOff x="461225" y="3249175"/>
                <a:chExt cx="1851000" cy="370200"/>
              </a:xfrm>
            </p:grpSpPr>
            <p:sp>
              <p:nvSpPr>
                <p:cNvPr id="74" name="Google Shape;74;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 name="Google Shape;75;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 name="Google Shape;76;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 name="Google Shape;7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8" name="Google Shape;78;p14"/>
              <p:cNvGrpSpPr/>
              <p:nvPr/>
            </p:nvGrpSpPr>
            <p:grpSpPr>
              <a:xfrm>
                <a:off x="461225" y="4360025"/>
                <a:ext cx="1480800" cy="370200"/>
                <a:chOff x="461225" y="3249175"/>
                <a:chExt cx="1480800" cy="370200"/>
              </a:xfrm>
            </p:grpSpPr>
            <p:sp>
              <p:nvSpPr>
                <p:cNvPr id="79" name="Google Shape;7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1" name="Google Shape;81;p14"/>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 name="Google Shape;82;p14"/>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83" name="Shape 83"/>
        <p:cNvGrpSpPr/>
        <p:nvPr/>
      </p:nvGrpSpPr>
      <p:grpSpPr>
        <a:xfrm>
          <a:off x="0" y="0"/>
          <a:ext cx="0" cy="0"/>
          <a:chOff x="0" y="0"/>
          <a:chExt cx="0" cy="0"/>
        </a:xfrm>
      </p:grpSpPr>
      <p:grpSp>
        <p:nvGrpSpPr>
          <p:cNvPr id="84" name="Google Shape;84;p15"/>
          <p:cNvGrpSpPr/>
          <p:nvPr/>
        </p:nvGrpSpPr>
        <p:grpSpPr>
          <a:xfrm flipH="1">
            <a:off x="6169505" y="2816179"/>
            <a:ext cx="2979740" cy="1986829"/>
            <a:chOff x="312900" y="2793625"/>
            <a:chExt cx="2221200" cy="1481050"/>
          </a:xfrm>
        </p:grpSpPr>
        <p:grpSp>
          <p:nvGrpSpPr>
            <p:cNvPr id="85" name="Google Shape;85;p15"/>
            <p:cNvGrpSpPr/>
            <p:nvPr/>
          </p:nvGrpSpPr>
          <p:grpSpPr>
            <a:xfrm>
              <a:off x="312900" y="2793625"/>
              <a:ext cx="1851000" cy="1481050"/>
              <a:chOff x="461225" y="3249175"/>
              <a:chExt cx="1851000" cy="1481050"/>
            </a:xfrm>
          </p:grpSpPr>
          <p:grpSp>
            <p:nvGrpSpPr>
              <p:cNvPr id="86" name="Google Shape;86;p15"/>
              <p:cNvGrpSpPr/>
              <p:nvPr/>
            </p:nvGrpSpPr>
            <p:grpSpPr>
              <a:xfrm>
                <a:off x="461225" y="3249175"/>
                <a:ext cx="1851000" cy="370200"/>
                <a:chOff x="461225" y="3249175"/>
                <a:chExt cx="1851000" cy="370200"/>
              </a:xfrm>
            </p:grpSpPr>
            <p:sp>
              <p:nvSpPr>
                <p:cNvPr id="87" name="Google Shape;87;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 name="Google Shape;89;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 name="Google Shape;90;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2" name="Google Shape;92;p15"/>
              <p:cNvGrpSpPr/>
              <p:nvPr/>
            </p:nvGrpSpPr>
            <p:grpSpPr>
              <a:xfrm>
                <a:off x="461225" y="3619500"/>
                <a:ext cx="1851000" cy="370200"/>
                <a:chOff x="461225" y="3249175"/>
                <a:chExt cx="1851000" cy="370200"/>
              </a:xfrm>
            </p:grpSpPr>
            <p:sp>
              <p:nvSpPr>
                <p:cNvPr id="93" name="Google Shape;93;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 name="Google Shape;95;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 name="Google Shape;96;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 name="Google Shape;98;p15"/>
              <p:cNvGrpSpPr/>
              <p:nvPr/>
            </p:nvGrpSpPr>
            <p:grpSpPr>
              <a:xfrm>
                <a:off x="461225" y="3989700"/>
                <a:ext cx="1851000" cy="370200"/>
                <a:chOff x="461225" y="3249175"/>
                <a:chExt cx="1851000" cy="370200"/>
              </a:xfrm>
            </p:grpSpPr>
            <p:sp>
              <p:nvSpPr>
                <p:cNvPr id="99" name="Google Shape;99;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 name="Google Shape;101;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 name="Google Shape;102;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 name="Google Shape;103;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4" name="Google Shape;104;p15"/>
              <p:cNvGrpSpPr/>
              <p:nvPr/>
            </p:nvGrpSpPr>
            <p:grpSpPr>
              <a:xfrm>
                <a:off x="461225" y="4360025"/>
                <a:ext cx="1851000" cy="370200"/>
                <a:chOff x="461225" y="3249175"/>
                <a:chExt cx="1851000" cy="370200"/>
              </a:xfrm>
            </p:grpSpPr>
            <p:sp>
              <p:nvSpPr>
                <p:cNvPr id="105" name="Google Shape;105;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 name="Google Shape;107;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 name="Google Shape;108;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 name="Google Shape;109;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10" name="Google Shape;110;p1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1" name="Google Shape;111;p15"/>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2" name="Google Shape;112;p15"/>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 name="Google Shape;113;p1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15"/>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15"/>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16" name="Google Shape;116;p1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7" name="Google Shape;117;p15"/>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118" name="Google Shape;118;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119" name="Shape 119"/>
        <p:cNvGrpSpPr/>
        <p:nvPr/>
      </p:nvGrpSpPr>
      <p:grpSpPr>
        <a:xfrm>
          <a:off x="0" y="0"/>
          <a:ext cx="0" cy="0"/>
          <a:chOff x="0" y="0"/>
          <a:chExt cx="0" cy="0"/>
        </a:xfrm>
      </p:grpSpPr>
      <p:grpSp>
        <p:nvGrpSpPr>
          <p:cNvPr id="120" name="Google Shape;120;p16"/>
          <p:cNvGrpSpPr/>
          <p:nvPr/>
        </p:nvGrpSpPr>
        <p:grpSpPr>
          <a:xfrm flipH="1">
            <a:off x="6169505" y="228779"/>
            <a:ext cx="2979740" cy="1986829"/>
            <a:chOff x="312900" y="2793625"/>
            <a:chExt cx="2221200" cy="1481050"/>
          </a:xfrm>
        </p:grpSpPr>
        <p:grpSp>
          <p:nvGrpSpPr>
            <p:cNvPr id="121" name="Google Shape;121;p16"/>
            <p:cNvGrpSpPr/>
            <p:nvPr/>
          </p:nvGrpSpPr>
          <p:grpSpPr>
            <a:xfrm>
              <a:off x="312900" y="2793625"/>
              <a:ext cx="1851000" cy="1481050"/>
              <a:chOff x="461225" y="3249175"/>
              <a:chExt cx="1851000" cy="1481050"/>
            </a:xfrm>
          </p:grpSpPr>
          <p:grpSp>
            <p:nvGrpSpPr>
              <p:cNvPr id="122" name="Google Shape;122;p16"/>
              <p:cNvGrpSpPr/>
              <p:nvPr/>
            </p:nvGrpSpPr>
            <p:grpSpPr>
              <a:xfrm>
                <a:off x="461225" y="3249175"/>
                <a:ext cx="1851000" cy="370200"/>
                <a:chOff x="461225" y="3249175"/>
                <a:chExt cx="1851000" cy="370200"/>
              </a:xfrm>
            </p:grpSpPr>
            <p:sp>
              <p:nvSpPr>
                <p:cNvPr id="123" name="Google Shape;123;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4" name="Google Shape;124;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5" name="Google Shape;125;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8" name="Google Shape;128;p16"/>
              <p:cNvGrpSpPr/>
              <p:nvPr/>
            </p:nvGrpSpPr>
            <p:grpSpPr>
              <a:xfrm>
                <a:off x="461225" y="3619500"/>
                <a:ext cx="1851000" cy="370200"/>
                <a:chOff x="461225" y="3249175"/>
                <a:chExt cx="1851000" cy="370200"/>
              </a:xfrm>
            </p:grpSpPr>
            <p:sp>
              <p:nvSpPr>
                <p:cNvPr id="129" name="Google Shape;129;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 name="Google Shape;130;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1" name="Google Shape;131;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4" name="Google Shape;134;p16"/>
              <p:cNvGrpSpPr/>
              <p:nvPr/>
            </p:nvGrpSpPr>
            <p:grpSpPr>
              <a:xfrm>
                <a:off x="461225" y="3989700"/>
                <a:ext cx="1851000" cy="370200"/>
                <a:chOff x="461225" y="3249175"/>
                <a:chExt cx="1851000" cy="370200"/>
              </a:xfrm>
            </p:grpSpPr>
            <p:sp>
              <p:nvSpPr>
                <p:cNvPr id="135" name="Google Shape;135;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 name="Google Shape;136;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 name="Google Shape;137;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 name="Google Shape;138;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 name="Google Shape;139;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0" name="Google Shape;140;p16"/>
              <p:cNvGrpSpPr/>
              <p:nvPr/>
            </p:nvGrpSpPr>
            <p:grpSpPr>
              <a:xfrm>
                <a:off x="461225" y="4360025"/>
                <a:ext cx="1851000" cy="370200"/>
                <a:chOff x="461225" y="3249175"/>
                <a:chExt cx="1851000" cy="370200"/>
              </a:xfrm>
            </p:grpSpPr>
            <p:sp>
              <p:nvSpPr>
                <p:cNvPr id="141" name="Google Shape;141;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 name="Google Shape;143;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 name="Google Shape;144;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46" name="Google Shape;146;p16"/>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47" name="Google Shape;147;p1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48" name="Google Shape;148;p16"/>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9" name="Google Shape;149;p1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1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16"/>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52" name="Google Shape;152;p16"/>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53" name="Google Shape;153;p1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54" name="Shape 154"/>
        <p:cNvGrpSpPr/>
        <p:nvPr/>
      </p:nvGrpSpPr>
      <p:grpSpPr>
        <a:xfrm>
          <a:off x="0" y="0"/>
          <a:ext cx="0" cy="0"/>
          <a:chOff x="0" y="0"/>
          <a:chExt cx="0" cy="0"/>
        </a:xfrm>
      </p:grpSpPr>
      <p:grpSp>
        <p:nvGrpSpPr>
          <p:cNvPr id="155" name="Google Shape;155;p17"/>
          <p:cNvGrpSpPr/>
          <p:nvPr/>
        </p:nvGrpSpPr>
        <p:grpSpPr>
          <a:xfrm>
            <a:off x="228600" y="2793625"/>
            <a:ext cx="2221200" cy="1481050"/>
            <a:chOff x="312900" y="2793625"/>
            <a:chExt cx="2221200" cy="1481050"/>
          </a:xfrm>
        </p:grpSpPr>
        <p:grpSp>
          <p:nvGrpSpPr>
            <p:cNvPr id="156" name="Google Shape;156;p17"/>
            <p:cNvGrpSpPr/>
            <p:nvPr/>
          </p:nvGrpSpPr>
          <p:grpSpPr>
            <a:xfrm>
              <a:off x="312900" y="2793625"/>
              <a:ext cx="1851000" cy="1481050"/>
              <a:chOff x="461225" y="3249175"/>
              <a:chExt cx="1851000" cy="1481050"/>
            </a:xfrm>
          </p:grpSpPr>
          <p:grpSp>
            <p:nvGrpSpPr>
              <p:cNvPr id="157" name="Google Shape;157;p17"/>
              <p:cNvGrpSpPr/>
              <p:nvPr/>
            </p:nvGrpSpPr>
            <p:grpSpPr>
              <a:xfrm>
                <a:off x="461225" y="3249175"/>
                <a:ext cx="1851000" cy="370200"/>
                <a:chOff x="461225" y="3249175"/>
                <a:chExt cx="1851000" cy="370200"/>
              </a:xfrm>
            </p:grpSpPr>
            <p:sp>
              <p:nvSpPr>
                <p:cNvPr id="158" name="Google Shape;158;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9" name="Google Shape;159;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0" name="Google Shape;160;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 name="Google Shape;161;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 name="Google Shape;162;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3" name="Google Shape;163;p17"/>
              <p:cNvGrpSpPr/>
              <p:nvPr/>
            </p:nvGrpSpPr>
            <p:grpSpPr>
              <a:xfrm>
                <a:off x="461225" y="3619500"/>
                <a:ext cx="1851000" cy="370200"/>
                <a:chOff x="461225" y="3249175"/>
                <a:chExt cx="1851000" cy="370200"/>
              </a:xfrm>
            </p:grpSpPr>
            <p:sp>
              <p:nvSpPr>
                <p:cNvPr id="164" name="Google Shape;16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 name="Google Shape;16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 name="Google Shape;16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7" name="Google Shape;16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9" name="Google Shape;169;p17"/>
              <p:cNvGrpSpPr/>
              <p:nvPr/>
            </p:nvGrpSpPr>
            <p:grpSpPr>
              <a:xfrm>
                <a:off x="461225" y="3989700"/>
                <a:ext cx="1851000" cy="370200"/>
                <a:chOff x="461225" y="3249175"/>
                <a:chExt cx="1851000" cy="370200"/>
              </a:xfrm>
            </p:grpSpPr>
            <p:sp>
              <p:nvSpPr>
                <p:cNvPr id="170" name="Google Shape;170;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2" name="Google Shape;172;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3" name="Google Shape;173;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4" name="Google Shape;174;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75" name="Google Shape;175;p17"/>
              <p:cNvGrpSpPr/>
              <p:nvPr/>
            </p:nvGrpSpPr>
            <p:grpSpPr>
              <a:xfrm>
                <a:off x="461225" y="4360025"/>
                <a:ext cx="1851000" cy="370200"/>
                <a:chOff x="461225" y="3249175"/>
                <a:chExt cx="1851000" cy="370200"/>
              </a:xfrm>
            </p:grpSpPr>
            <p:sp>
              <p:nvSpPr>
                <p:cNvPr id="176" name="Google Shape;176;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7" name="Google Shape;177;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8" name="Google Shape;178;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9" name="Google Shape;179;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0" name="Google Shape;180;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81" name="Google Shape;181;p1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2" name="Google Shape;182;p17"/>
          <p:cNvGrpSpPr/>
          <p:nvPr/>
        </p:nvGrpSpPr>
        <p:grpSpPr>
          <a:xfrm>
            <a:off x="7663200" y="-725"/>
            <a:ext cx="1480800" cy="1396025"/>
            <a:chOff x="461225" y="3334200"/>
            <a:chExt cx="1480800" cy="1396025"/>
          </a:xfrm>
        </p:grpSpPr>
        <p:grpSp>
          <p:nvGrpSpPr>
            <p:cNvPr id="183" name="Google Shape;183;p17"/>
            <p:cNvGrpSpPr/>
            <p:nvPr/>
          </p:nvGrpSpPr>
          <p:grpSpPr>
            <a:xfrm>
              <a:off x="461225" y="3334200"/>
              <a:ext cx="1480800" cy="285300"/>
              <a:chOff x="461225" y="3334200"/>
              <a:chExt cx="1480800" cy="285300"/>
            </a:xfrm>
          </p:grpSpPr>
          <p:sp>
            <p:nvSpPr>
              <p:cNvPr id="184" name="Google Shape;184;p17"/>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5" name="Google Shape;185;p17"/>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17"/>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17"/>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8" name="Google Shape;188;p17"/>
            <p:cNvGrpSpPr/>
            <p:nvPr/>
          </p:nvGrpSpPr>
          <p:grpSpPr>
            <a:xfrm>
              <a:off x="461225" y="3619500"/>
              <a:ext cx="1480800" cy="370200"/>
              <a:chOff x="461225" y="3249175"/>
              <a:chExt cx="1480800" cy="370200"/>
            </a:xfrm>
          </p:grpSpPr>
          <p:sp>
            <p:nvSpPr>
              <p:cNvPr id="189" name="Google Shape;18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0" name="Google Shape;19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1" name="Google Shape;19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2" name="Google Shape;19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3" name="Google Shape;193;p17"/>
            <p:cNvGrpSpPr/>
            <p:nvPr/>
          </p:nvGrpSpPr>
          <p:grpSpPr>
            <a:xfrm>
              <a:off x="461225" y="3989700"/>
              <a:ext cx="1480800" cy="370200"/>
              <a:chOff x="461225" y="3249175"/>
              <a:chExt cx="1480800" cy="370200"/>
            </a:xfrm>
          </p:grpSpPr>
          <p:sp>
            <p:nvSpPr>
              <p:cNvPr id="194" name="Google Shape;19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5" name="Google Shape;19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6" name="Google Shape;19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7" name="Google Shape;19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8" name="Google Shape;198;p17"/>
            <p:cNvGrpSpPr/>
            <p:nvPr/>
          </p:nvGrpSpPr>
          <p:grpSpPr>
            <a:xfrm>
              <a:off x="461225" y="4360025"/>
              <a:ext cx="1480800" cy="370200"/>
              <a:chOff x="461225" y="3249175"/>
              <a:chExt cx="1480800" cy="370200"/>
            </a:xfrm>
          </p:grpSpPr>
          <p:sp>
            <p:nvSpPr>
              <p:cNvPr id="199" name="Google Shape;19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2" name="Google Shape;20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203" name="Google Shape;203;p17"/>
          <p:cNvGrpSpPr/>
          <p:nvPr/>
        </p:nvGrpSpPr>
        <p:grpSpPr>
          <a:xfrm>
            <a:off x="1843925" y="-725"/>
            <a:ext cx="7300075" cy="5144088"/>
            <a:chOff x="1870575" y="-635"/>
            <a:chExt cx="7300075" cy="5174097"/>
          </a:xfrm>
        </p:grpSpPr>
        <p:sp>
          <p:nvSpPr>
            <p:cNvPr id="204" name="Google Shape;204;p17"/>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205" name="Google Shape;205;p17"/>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206" name="Google Shape;206;p17"/>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207" name="Google Shape;207;p1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08" name="Google Shape;208;p17"/>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209" name="Google Shape;209;p17"/>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10" name="Google Shape;210;p17"/>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211" name="Shape 211"/>
        <p:cNvGrpSpPr/>
        <p:nvPr/>
      </p:nvGrpSpPr>
      <p:grpSpPr>
        <a:xfrm>
          <a:off x="0" y="0"/>
          <a:ext cx="0" cy="0"/>
          <a:chOff x="0" y="0"/>
          <a:chExt cx="0" cy="0"/>
        </a:xfrm>
      </p:grpSpPr>
      <p:sp>
        <p:nvSpPr>
          <p:cNvPr id="212" name="Google Shape;212;p18"/>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3" name="Google Shape;213;p18"/>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4" name="Google Shape;214;p18"/>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5" name="Google Shape;215;p18"/>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6" name="Google Shape;216;p18"/>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217" name="Google Shape;217;p18"/>
          <p:cNvSpPr/>
          <p:nvPr>
            <p:ph idx="2" type="pic"/>
          </p:nvPr>
        </p:nvSpPr>
        <p:spPr>
          <a:xfrm>
            <a:off x="225300" y="3132125"/>
            <a:ext cx="1849800" cy="1770300"/>
          </a:xfrm>
          <a:prstGeom prst="rect">
            <a:avLst/>
          </a:prstGeom>
          <a:noFill/>
          <a:ln>
            <a:noFill/>
          </a:ln>
        </p:spPr>
      </p:sp>
      <p:sp>
        <p:nvSpPr>
          <p:cNvPr id="218" name="Google Shape;218;p18"/>
          <p:cNvSpPr/>
          <p:nvPr>
            <p:ph idx="3" type="pic"/>
          </p:nvPr>
        </p:nvSpPr>
        <p:spPr>
          <a:xfrm>
            <a:off x="5262525" y="228600"/>
            <a:ext cx="1865100" cy="1790100"/>
          </a:xfrm>
          <a:prstGeom prst="rect">
            <a:avLst/>
          </a:prstGeom>
          <a:noFill/>
          <a:ln>
            <a:noFill/>
          </a:ln>
        </p:spPr>
      </p:sp>
      <p:sp>
        <p:nvSpPr>
          <p:cNvPr id="219" name="Google Shape;219;p18"/>
          <p:cNvSpPr/>
          <p:nvPr>
            <p:ph idx="4" type="pic"/>
          </p:nvPr>
        </p:nvSpPr>
        <p:spPr>
          <a:xfrm>
            <a:off x="7281675" y="228600"/>
            <a:ext cx="1849800" cy="1790100"/>
          </a:xfrm>
          <a:prstGeom prst="rect">
            <a:avLst/>
          </a:prstGeom>
          <a:noFill/>
          <a:ln>
            <a:noFill/>
          </a:ln>
        </p:spPr>
      </p:sp>
      <p:sp>
        <p:nvSpPr>
          <p:cNvPr id="220" name="Google Shape;220;p18"/>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1" name="Google Shape;221;p18"/>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2" name="Google Shape;222;p18"/>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223" name="Google Shape;223;p18"/>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224" name="Google Shape;224;p18"/>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225" name="Google Shape;225;p18"/>
          <p:cNvGrpSpPr/>
          <p:nvPr/>
        </p:nvGrpSpPr>
        <p:grpSpPr>
          <a:xfrm>
            <a:off x="4308382" y="2704009"/>
            <a:ext cx="4833127" cy="2437045"/>
            <a:chOff x="4308382" y="2704009"/>
            <a:chExt cx="4833127" cy="2437045"/>
          </a:xfrm>
        </p:grpSpPr>
        <p:sp>
          <p:nvSpPr>
            <p:cNvPr id="226" name="Google Shape;226;p18"/>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7" name="Google Shape;227;p18"/>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8" name="Google Shape;228;p18"/>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229" name="Shape 229"/>
        <p:cNvGrpSpPr/>
        <p:nvPr/>
      </p:nvGrpSpPr>
      <p:grpSpPr>
        <a:xfrm>
          <a:off x="0" y="0"/>
          <a:ext cx="0" cy="0"/>
          <a:chOff x="0" y="0"/>
          <a:chExt cx="0" cy="0"/>
        </a:xfrm>
      </p:grpSpPr>
      <p:sp>
        <p:nvSpPr>
          <p:cNvPr id="230" name="Google Shape;230;p19"/>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9"/>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9"/>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33" name="Google Shape;233;p1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34" name="Google Shape;234;p19"/>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235" name="Google Shape;235;p19"/>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36" name="Google Shape;236;p1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237" name="Shape 237"/>
        <p:cNvGrpSpPr/>
        <p:nvPr/>
      </p:nvGrpSpPr>
      <p:grpSpPr>
        <a:xfrm>
          <a:off x="0" y="0"/>
          <a:ext cx="0" cy="0"/>
          <a:chOff x="0" y="0"/>
          <a:chExt cx="0" cy="0"/>
        </a:xfrm>
      </p:grpSpPr>
      <p:sp>
        <p:nvSpPr>
          <p:cNvPr id="238" name="Google Shape;238;p20"/>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239" name="Google Shape;239;p20"/>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40" name="Google Shape;240;p20"/>
          <p:cNvGrpSpPr/>
          <p:nvPr/>
        </p:nvGrpSpPr>
        <p:grpSpPr>
          <a:xfrm>
            <a:off x="25" y="4625"/>
            <a:ext cx="2329791" cy="795413"/>
            <a:chOff x="21" y="-511"/>
            <a:chExt cx="2329791" cy="800617"/>
          </a:xfrm>
        </p:grpSpPr>
        <p:grpSp>
          <p:nvGrpSpPr>
            <p:cNvPr id="241" name="Google Shape;241;p20"/>
            <p:cNvGrpSpPr/>
            <p:nvPr/>
          </p:nvGrpSpPr>
          <p:grpSpPr>
            <a:xfrm flipH="1" rot="10800000">
              <a:off x="25" y="392516"/>
              <a:ext cx="1927788" cy="407590"/>
              <a:chOff x="537425" y="3249175"/>
              <a:chExt cx="1774800" cy="370200"/>
            </a:xfrm>
          </p:grpSpPr>
          <p:sp>
            <p:nvSpPr>
              <p:cNvPr id="242" name="Google Shape;242;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3" name="Google Shape;243;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4" name="Google Shape;244;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5" name="Google Shape;245;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6" name="Google Shape;246;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47" name="Google Shape;247;p20"/>
            <p:cNvGrpSpPr/>
            <p:nvPr/>
          </p:nvGrpSpPr>
          <p:grpSpPr>
            <a:xfrm flipH="1" rot="10800000">
              <a:off x="21" y="-511"/>
              <a:ext cx="1927788" cy="393115"/>
              <a:chOff x="537425" y="3249175"/>
              <a:chExt cx="1774800" cy="370200"/>
            </a:xfrm>
          </p:grpSpPr>
          <p:sp>
            <p:nvSpPr>
              <p:cNvPr id="248" name="Google Shape;248;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9" name="Google Shape;249;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0" name="Google Shape;250;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1" name="Google Shape;251;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2" name="Google Shape;252;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3" name="Google Shape;253;p20"/>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4" name="Google Shape;254;p20"/>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55" name="Google Shape;255;p20"/>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6" name="Google Shape;256;p20"/>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7" name="Google Shape;257;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58" name="Google Shape;258;p20"/>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59" name="Google Shape;259;p2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60" name="Shape 260"/>
        <p:cNvGrpSpPr/>
        <p:nvPr/>
      </p:nvGrpSpPr>
      <p:grpSpPr>
        <a:xfrm>
          <a:off x="0" y="0"/>
          <a:ext cx="0" cy="0"/>
          <a:chOff x="0" y="0"/>
          <a:chExt cx="0" cy="0"/>
        </a:xfrm>
      </p:grpSpPr>
      <p:sp>
        <p:nvSpPr>
          <p:cNvPr id="261" name="Google Shape;261;p21"/>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2" name="Google Shape;262;p2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3" name="Google Shape;263;p21"/>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64" name="Google Shape;264;p21"/>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65" name="Google Shape;265;p21"/>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66" name="Shape 266"/>
        <p:cNvGrpSpPr/>
        <p:nvPr/>
      </p:nvGrpSpPr>
      <p:grpSpPr>
        <a:xfrm>
          <a:off x="0" y="0"/>
          <a:ext cx="0" cy="0"/>
          <a:chOff x="0" y="0"/>
          <a:chExt cx="0" cy="0"/>
        </a:xfrm>
      </p:grpSpPr>
      <p:grpSp>
        <p:nvGrpSpPr>
          <p:cNvPr id="267" name="Google Shape;267;p22"/>
          <p:cNvGrpSpPr/>
          <p:nvPr/>
        </p:nvGrpSpPr>
        <p:grpSpPr>
          <a:xfrm flipH="1">
            <a:off x="3212200" y="0"/>
            <a:ext cx="1851000" cy="1225325"/>
            <a:chOff x="461225" y="3875100"/>
            <a:chExt cx="1851000" cy="1225325"/>
          </a:xfrm>
        </p:grpSpPr>
        <p:grpSp>
          <p:nvGrpSpPr>
            <p:cNvPr id="268" name="Google Shape;268;p22"/>
            <p:cNvGrpSpPr/>
            <p:nvPr/>
          </p:nvGrpSpPr>
          <p:grpSpPr>
            <a:xfrm>
              <a:off x="461225" y="3875100"/>
              <a:ext cx="1851000" cy="114600"/>
              <a:chOff x="461225" y="3504775"/>
              <a:chExt cx="1851000" cy="114600"/>
            </a:xfrm>
          </p:grpSpPr>
          <p:sp>
            <p:nvSpPr>
              <p:cNvPr id="269" name="Google Shape;269;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0" name="Google Shape;270;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1" name="Google Shape;271;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2" name="Google Shape;272;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3" name="Google Shape;273;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4" name="Google Shape;274;p22"/>
            <p:cNvGrpSpPr/>
            <p:nvPr/>
          </p:nvGrpSpPr>
          <p:grpSpPr>
            <a:xfrm>
              <a:off x="461225" y="3989700"/>
              <a:ext cx="1480800" cy="1110725"/>
              <a:chOff x="461225" y="3249175"/>
              <a:chExt cx="1480800" cy="1110725"/>
            </a:xfrm>
          </p:grpSpPr>
          <p:sp>
            <p:nvSpPr>
              <p:cNvPr id="275" name="Google Shape;275;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6" name="Google Shape;276;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7" name="Google Shape;277;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8" name="Google Shape;278;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9" name="Google Shape;279;p22"/>
            <p:cNvGrpSpPr/>
            <p:nvPr/>
          </p:nvGrpSpPr>
          <p:grpSpPr>
            <a:xfrm>
              <a:off x="831425" y="4360025"/>
              <a:ext cx="1480800" cy="370200"/>
              <a:chOff x="831425" y="3249175"/>
              <a:chExt cx="1480800" cy="370200"/>
            </a:xfrm>
          </p:grpSpPr>
          <p:sp>
            <p:nvSpPr>
              <p:cNvPr id="280" name="Google Shape;280;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1" name="Google Shape;281;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2" name="Google Shape;282;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3" name="Google Shape;283;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84" name="Google Shape;284;p2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22"/>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86" name="Google Shape;286;p2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87" name="Shape 287"/>
        <p:cNvGrpSpPr/>
        <p:nvPr/>
      </p:nvGrpSpPr>
      <p:grpSpPr>
        <a:xfrm>
          <a:off x="0" y="0"/>
          <a:ext cx="0" cy="0"/>
          <a:chOff x="0" y="0"/>
          <a:chExt cx="0" cy="0"/>
        </a:xfrm>
      </p:grpSpPr>
      <p:sp>
        <p:nvSpPr>
          <p:cNvPr id="288" name="Google Shape;288;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9" name="Google Shape;289;p23"/>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90" name="Google Shape;290;p23"/>
          <p:cNvGrpSpPr/>
          <p:nvPr/>
        </p:nvGrpSpPr>
        <p:grpSpPr>
          <a:xfrm flipH="1" rot="10800000">
            <a:off x="6179902" y="24"/>
            <a:ext cx="2963226" cy="1495659"/>
            <a:chOff x="4306084" y="2701610"/>
            <a:chExt cx="4837921" cy="2441893"/>
          </a:xfrm>
        </p:grpSpPr>
        <p:sp>
          <p:nvSpPr>
            <p:cNvPr id="291" name="Google Shape;291;p23"/>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2" name="Google Shape;292;p23"/>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3" name="Google Shape;293;p23"/>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94" name="Google Shape;294;p23"/>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23"/>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23"/>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7" name="Google Shape;297;p23"/>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23"/>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23"/>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00" name="Google Shape;300;p23"/>
          <p:cNvGrpSpPr/>
          <p:nvPr/>
        </p:nvGrpSpPr>
        <p:grpSpPr>
          <a:xfrm>
            <a:off x="2674998" y="2923250"/>
            <a:ext cx="6470027" cy="2221724"/>
            <a:chOff x="2674998" y="2923250"/>
            <a:chExt cx="6470027" cy="2221724"/>
          </a:xfrm>
        </p:grpSpPr>
        <p:sp>
          <p:nvSpPr>
            <p:cNvPr id="301" name="Google Shape;301;p23"/>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302" name="Google Shape;302;p23"/>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303" name="Google Shape;303;p23"/>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304" name="Shape 304"/>
        <p:cNvGrpSpPr/>
        <p:nvPr/>
      </p:nvGrpSpPr>
      <p:grpSpPr>
        <a:xfrm>
          <a:off x="0" y="0"/>
          <a:ext cx="0" cy="0"/>
          <a:chOff x="0" y="0"/>
          <a:chExt cx="0" cy="0"/>
        </a:xfrm>
      </p:grpSpPr>
      <p:sp>
        <p:nvSpPr>
          <p:cNvPr id="305" name="Google Shape;305;p24"/>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06" name="Google Shape;306;p24"/>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307" name="Google Shape;307;p24"/>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308" name="Google Shape;308;p24"/>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309" name="Google Shape;309;p24"/>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24"/>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1" name="Google Shape;311;p24"/>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2" name="Google Shape;312;p24"/>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3" name="Google Shape;313;p24"/>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4" name="Google Shape;314;p24"/>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5" name="Google Shape;315;p24"/>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24"/>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24"/>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18" name="Google Shape;318;p24"/>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319" name="Google Shape;319;p24"/>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20" name="Google Shape;320;p24"/>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321" name="Shape 321"/>
        <p:cNvGrpSpPr/>
        <p:nvPr/>
      </p:nvGrpSpPr>
      <p:grpSpPr>
        <a:xfrm>
          <a:off x="0" y="0"/>
          <a:ext cx="0" cy="0"/>
          <a:chOff x="0" y="0"/>
          <a:chExt cx="0" cy="0"/>
        </a:xfrm>
      </p:grpSpPr>
      <p:sp>
        <p:nvSpPr>
          <p:cNvPr id="322" name="Google Shape;322;p25"/>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23" name="Google Shape;323;p25"/>
          <p:cNvGrpSpPr/>
          <p:nvPr/>
        </p:nvGrpSpPr>
        <p:grpSpPr>
          <a:xfrm rot="-5400000">
            <a:off x="4030013" y="41713"/>
            <a:ext cx="1026300" cy="9201675"/>
            <a:chOff x="670045" y="-5692564"/>
            <a:chExt cx="1026300" cy="9201675"/>
          </a:xfrm>
        </p:grpSpPr>
        <p:sp>
          <p:nvSpPr>
            <p:cNvPr id="324" name="Google Shape;324;p25"/>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325" name="Google Shape;325;p25"/>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26" name="Google Shape;326;p25"/>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327" name="Google Shape;327;p25"/>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8" name="Google Shape;328;p25"/>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9" name="Google Shape;329;p25"/>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30" name="Google Shape;330;p25"/>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331" name="Google Shape;331;p25"/>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332" name="Google Shape;332;p25"/>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333" name="Shape 333"/>
        <p:cNvGrpSpPr/>
        <p:nvPr/>
      </p:nvGrpSpPr>
      <p:grpSpPr>
        <a:xfrm>
          <a:off x="0" y="0"/>
          <a:ext cx="0" cy="0"/>
          <a:chOff x="0" y="0"/>
          <a:chExt cx="0" cy="0"/>
        </a:xfrm>
      </p:grpSpPr>
      <p:sp>
        <p:nvSpPr>
          <p:cNvPr id="334" name="Google Shape;334;p26"/>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5" name="Google Shape;335;p26"/>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36" name="Google Shape;336;p26"/>
          <p:cNvGrpSpPr/>
          <p:nvPr/>
        </p:nvGrpSpPr>
        <p:grpSpPr>
          <a:xfrm rot="10800000">
            <a:off x="9" y="0"/>
            <a:ext cx="1889320" cy="1499480"/>
            <a:chOff x="461225" y="3249175"/>
            <a:chExt cx="1399496" cy="1110726"/>
          </a:xfrm>
        </p:grpSpPr>
        <p:grpSp>
          <p:nvGrpSpPr>
            <p:cNvPr id="337" name="Google Shape;337;p26"/>
            <p:cNvGrpSpPr/>
            <p:nvPr/>
          </p:nvGrpSpPr>
          <p:grpSpPr>
            <a:xfrm>
              <a:off x="461225" y="3249175"/>
              <a:ext cx="1399496" cy="370204"/>
              <a:chOff x="461225" y="3249175"/>
              <a:chExt cx="1399496" cy="370204"/>
            </a:xfrm>
          </p:grpSpPr>
          <p:sp>
            <p:nvSpPr>
              <p:cNvPr id="338" name="Google Shape;33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9" name="Google Shape;33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0" name="Google Shape;34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1" name="Google Shape;341;p26"/>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2" name="Google Shape;342;p26"/>
            <p:cNvGrpSpPr/>
            <p:nvPr/>
          </p:nvGrpSpPr>
          <p:grpSpPr>
            <a:xfrm>
              <a:off x="461225" y="3619500"/>
              <a:ext cx="1399496" cy="370202"/>
              <a:chOff x="461225" y="3249175"/>
              <a:chExt cx="1399496" cy="370202"/>
            </a:xfrm>
          </p:grpSpPr>
          <p:sp>
            <p:nvSpPr>
              <p:cNvPr id="343" name="Google Shape;343;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4" name="Google Shape;344;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5" name="Google Shape;345;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6" name="Google Shape;346;p26"/>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7" name="Google Shape;347;p26"/>
            <p:cNvGrpSpPr/>
            <p:nvPr/>
          </p:nvGrpSpPr>
          <p:grpSpPr>
            <a:xfrm>
              <a:off x="461225" y="3989700"/>
              <a:ext cx="1399496" cy="370201"/>
              <a:chOff x="461225" y="3249175"/>
              <a:chExt cx="1399496" cy="370201"/>
            </a:xfrm>
          </p:grpSpPr>
          <p:sp>
            <p:nvSpPr>
              <p:cNvPr id="348" name="Google Shape;34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9" name="Google Shape;34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26"/>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52" name="Google Shape;352;p26"/>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53" name="Google Shape;353;p26"/>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54" name="Google Shape;354;p26"/>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55" name="Google Shape;355;p26"/>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56" name="Google Shape;356;p2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57" name="Google Shape;357;p2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58" name="Shape 358"/>
        <p:cNvGrpSpPr/>
        <p:nvPr/>
      </p:nvGrpSpPr>
      <p:grpSpPr>
        <a:xfrm>
          <a:off x="0" y="0"/>
          <a:ext cx="0" cy="0"/>
          <a:chOff x="0" y="0"/>
          <a:chExt cx="0" cy="0"/>
        </a:xfrm>
      </p:grpSpPr>
      <p:sp>
        <p:nvSpPr>
          <p:cNvPr id="359" name="Google Shape;359;p27"/>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0" name="Google Shape;360;p2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61" name="Google Shape;361;p27"/>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62" name="Google Shape;362;p2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63" name="Shape 363"/>
        <p:cNvGrpSpPr/>
        <p:nvPr/>
      </p:nvGrpSpPr>
      <p:grpSpPr>
        <a:xfrm>
          <a:off x="0" y="0"/>
          <a:ext cx="0" cy="0"/>
          <a:chOff x="0" y="0"/>
          <a:chExt cx="0" cy="0"/>
        </a:xfrm>
      </p:grpSpPr>
      <p:sp>
        <p:nvSpPr>
          <p:cNvPr id="364" name="Google Shape;364;p28"/>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5" name="Google Shape;365;p28"/>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66" name="Google Shape;366;p28"/>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7" name="Google Shape;367;p28"/>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8" name="Google Shape;368;p28"/>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9" name="Google Shape;369;p28"/>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0" name="Google Shape;370;p28"/>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1" name="Google Shape;371;p28"/>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72" name="Google Shape;372;p28"/>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3" name="Google Shape;373;p28"/>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4" name="Google Shape;374;p28"/>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5" name="Google Shape;375;p28"/>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76" name="Google Shape;376;p28"/>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7" name="Google Shape;377;p28"/>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8" name="Google Shape;378;p28"/>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9" name="Google Shape;379;p28"/>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0" name="Google Shape;380;p28"/>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1" name="Google Shape;381;p28"/>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2" name="Google Shape;382;p28"/>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3" name="Google Shape;383;p28"/>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84" name="Google Shape;384;p28"/>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85" name="Shape 385"/>
        <p:cNvGrpSpPr/>
        <p:nvPr/>
      </p:nvGrpSpPr>
      <p:grpSpPr>
        <a:xfrm>
          <a:off x="0" y="0"/>
          <a:ext cx="0" cy="0"/>
          <a:chOff x="0" y="0"/>
          <a:chExt cx="0" cy="0"/>
        </a:xfrm>
      </p:grpSpPr>
      <p:sp>
        <p:nvSpPr>
          <p:cNvPr id="386" name="Google Shape;386;p29"/>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87" name="Google Shape;387;p29"/>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8" name="Google Shape;388;p29"/>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9" name="Google Shape;389;p29"/>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90" name="Google Shape;390;p29"/>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91" name="Google Shape;391;p29"/>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2" name="Google Shape;392;p29"/>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3" name="Google Shape;393;p29"/>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4" name="Google Shape;394;p29"/>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5" name="Google Shape;395;p29"/>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6" name="Google Shape;396;p29"/>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7" name="Google Shape;397;p29"/>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98" name="Google Shape;398;p29"/>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99" name="Google Shape;399;p29"/>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0" name="Google Shape;400;p29"/>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1" name="Google Shape;401;p29"/>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2" name="Google Shape;402;p29"/>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3" name="Google Shape;403;p29"/>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4" name="Google Shape;404;p29"/>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5" name="Google Shape;405;p29"/>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6" name="Google Shape;406;p29"/>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407" name="Shape 407"/>
        <p:cNvGrpSpPr/>
        <p:nvPr/>
      </p:nvGrpSpPr>
      <p:grpSpPr>
        <a:xfrm>
          <a:off x="0" y="0"/>
          <a:ext cx="0" cy="0"/>
          <a:chOff x="0" y="0"/>
          <a:chExt cx="0" cy="0"/>
        </a:xfrm>
      </p:grpSpPr>
      <p:sp>
        <p:nvSpPr>
          <p:cNvPr id="408" name="Google Shape;408;p30"/>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09" name="Google Shape;409;p30"/>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10" name="Google Shape;410;p3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411" name="Google Shape;411;p30"/>
          <p:cNvGrpSpPr/>
          <p:nvPr/>
        </p:nvGrpSpPr>
        <p:grpSpPr>
          <a:xfrm flipH="1">
            <a:off x="7293000" y="0"/>
            <a:ext cx="1851000" cy="1225325"/>
            <a:chOff x="461225" y="3875100"/>
            <a:chExt cx="1851000" cy="1225325"/>
          </a:xfrm>
        </p:grpSpPr>
        <p:grpSp>
          <p:nvGrpSpPr>
            <p:cNvPr id="412" name="Google Shape;412;p30"/>
            <p:cNvGrpSpPr/>
            <p:nvPr/>
          </p:nvGrpSpPr>
          <p:grpSpPr>
            <a:xfrm>
              <a:off x="461225" y="3875100"/>
              <a:ext cx="1851000" cy="114600"/>
              <a:chOff x="461225" y="3504775"/>
              <a:chExt cx="1851000" cy="114600"/>
            </a:xfrm>
          </p:grpSpPr>
          <p:sp>
            <p:nvSpPr>
              <p:cNvPr id="413" name="Google Shape;413;p30"/>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4" name="Google Shape;414;p30"/>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5" name="Google Shape;415;p30"/>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6" name="Google Shape;416;p30"/>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7" name="Google Shape;417;p30"/>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18" name="Google Shape;418;p30"/>
            <p:cNvGrpSpPr/>
            <p:nvPr/>
          </p:nvGrpSpPr>
          <p:grpSpPr>
            <a:xfrm>
              <a:off x="461225" y="3989700"/>
              <a:ext cx="1480800" cy="1110725"/>
              <a:chOff x="461225" y="3249175"/>
              <a:chExt cx="1480800" cy="1110725"/>
            </a:xfrm>
          </p:grpSpPr>
          <p:sp>
            <p:nvSpPr>
              <p:cNvPr id="419" name="Google Shape;419;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0" name="Google Shape;420;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1" name="Google Shape;421;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2" name="Google Shape;422;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23" name="Google Shape;423;p30"/>
            <p:cNvGrpSpPr/>
            <p:nvPr/>
          </p:nvGrpSpPr>
          <p:grpSpPr>
            <a:xfrm>
              <a:off x="831425" y="4360025"/>
              <a:ext cx="1480800" cy="370200"/>
              <a:chOff x="831425" y="3249175"/>
              <a:chExt cx="1480800" cy="370200"/>
            </a:xfrm>
          </p:grpSpPr>
          <p:sp>
            <p:nvSpPr>
              <p:cNvPr id="424" name="Google Shape;424;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5" name="Google Shape;425;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6" name="Google Shape;426;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7" name="Google Shape;427;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28" name="Google Shape;428;p30"/>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29" name="Google Shape;429;p30"/>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30" name="Google Shape;430;p30"/>
          <p:cNvSpPr/>
          <p:nvPr>
            <p:ph idx="3" type="pic"/>
          </p:nvPr>
        </p:nvSpPr>
        <p:spPr>
          <a:xfrm>
            <a:off x="227225" y="1832375"/>
            <a:ext cx="821100" cy="785400"/>
          </a:xfrm>
          <a:prstGeom prst="rect">
            <a:avLst/>
          </a:prstGeom>
          <a:noFill/>
          <a:ln>
            <a:noFill/>
          </a:ln>
        </p:spPr>
      </p:sp>
      <p:sp>
        <p:nvSpPr>
          <p:cNvPr id="431" name="Google Shape;431;p30"/>
          <p:cNvSpPr/>
          <p:nvPr>
            <p:ph idx="4" type="pic"/>
          </p:nvPr>
        </p:nvSpPr>
        <p:spPr>
          <a:xfrm>
            <a:off x="227225" y="2672425"/>
            <a:ext cx="821100" cy="785400"/>
          </a:xfrm>
          <a:prstGeom prst="rect">
            <a:avLst/>
          </a:prstGeom>
          <a:noFill/>
          <a:ln>
            <a:noFill/>
          </a:ln>
        </p:spPr>
      </p:sp>
      <p:sp>
        <p:nvSpPr>
          <p:cNvPr id="432" name="Google Shape;432;p30"/>
          <p:cNvSpPr/>
          <p:nvPr>
            <p:ph idx="5" type="pic"/>
          </p:nvPr>
        </p:nvSpPr>
        <p:spPr>
          <a:xfrm>
            <a:off x="227225" y="3512475"/>
            <a:ext cx="821100" cy="785400"/>
          </a:xfrm>
          <a:prstGeom prst="rect">
            <a:avLst/>
          </a:prstGeom>
          <a:noFill/>
          <a:ln>
            <a:noFill/>
          </a:ln>
        </p:spPr>
      </p:sp>
      <p:sp>
        <p:nvSpPr>
          <p:cNvPr id="433" name="Google Shape;433;p30"/>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4" name="Google Shape;434;p30"/>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5" name="Google Shape;435;p30"/>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6" name="Google Shape;436;p30"/>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437" name="Google Shape;437;p30"/>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8" name="Google Shape;438;p30"/>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9" name="Google Shape;439;p30"/>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40" name="Google Shape;440;p30"/>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441" name="Google Shape;441;p30"/>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442" name="Shape 442"/>
        <p:cNvGrpSpPr/>
        <p:nvPr/>
      </p:nvGrpSpPr>
      <p:grpSpPr>
        <a:xfrm>
          <a:off x="0" y="0"/>
          <a:ext cx="0" cy="0"/>
          <a:chOff x="0" y="0"/>
          <a:chExt cx="0" cy="0"/>
        </a:xfrm>
      </p:grpSpPr>
      <p:sp>
        <p:nvSpPr>
          <p:cNvPr id="443" name="Google Shape;443;p31"/>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4" name="Google Shape;444;p31"/>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5" name="Google Shape;445;p31"/>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6" name="Google Shape;446;p31"/>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7" name="Google Shape;447;p31"/>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8" name="Google Shape;448;p31"/>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9" name="Google Shape;449;p31"/>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0" name="Google Shape;450;p31"/>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1" name="Google Shape;451;p31"/>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2" name="Google Shape;452;p31"/>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3" name="Google Shape;453;p31"/>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4" name="Google Shape;454;p31"/>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5" name="Google Shape;455;p31"/>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6" name="Google Shape;456;p31"/>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7" name="Google Shape;457;p31"/>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8" name="Google Shape;458;p31"/>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59" name="Google Shape;459;p31"/>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60" name="Google Shape;460;p31"/>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61" name="Shape 461"/>
        <p:cNvGrpSpPr/>
        <p:nvPr/>
      </p:nvGrpSpPr>
      <p:grpSpPr>
        <a:xfrm>
          <a:off x="0" y="0"/>
          <a:ext cx="0" cy="0"/>
          <a:chOff x="0" y="0"/>
          <a:chExt cx="0" cy="0"/>
        </a:xfrm>
      </p:grpSpPr>
      <p:sp>
        <p:nvSpPr>
          <p:cNvPr id="462" name="Google Shape;462;p32"/>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63" name="Google Shape;463;p32"/>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64" name="Google Shape;464;p32"/>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65" name="Google Shape;465;p3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66" name="Google Shape;466;p32"/>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7" name="Google Shape;467;p32"/>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8" name="Google Shape;468;p32"/>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9" name="Google Shape;469;p32"/>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0" name="Google Shape;470;p32"/>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1" name="Google Shape;471;p32"/>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2" name="Google Shape;472;p32"/>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3" name="Google Shape;473;p32"/>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4" name="Google Shape;474;p32"/>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75" name="Google Shape;475;p32"/>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6" name="Google Shape;476;p32"/>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77" name="Shape 477"/>
        <p:cNvGrpSpPr/>
        <p:nvPr/>
      </p:nvGrpSpPr>
      <p:grpSpPr>
        <a:xfrm>
          <a:off x="0" y="0"/>
          <a:ext cx="0" cy="0"/>
          <a:chOff x="0" y="0"/>
          <a:chExt cx="0" cy="0"/>
        </a:xfrm>
      </p:grpSpPr>
      <p:grpSp>
        <p:nvGrpSpPr>
          <p:cNvPr id="478" name="Google Shape;478;p33"/>
          <p:cNvGrpSpPr/>
          <p:nvPr/>
        </p:nvGrpSpPr>
        <p:grpSpPr>
          <a:xfrm flipH="1">
            <a:off x="3199575" y="156175"/>
            <a:ext cx="1851000" cy="1225325"/>
            <a:chOff x="461225" y="3875100"/>
            <a:chExt cx="1851000" cy="1225325"/>
          </a:xfrm>
        </p:grpSpPr>
        <p:grpSp>
          <p:nvGrpSpPr>
            <p:cNvPr id="479" name="Google Shape;479;p33"/>
            <p:cNvGrpSpPr/>
            <p:nvPr/>
          </p:nvGrpSpPr>
          <p:grpSpPr>
            <a:xfrm>
              <a:off x="461225" y="3875100"/>
              <a:ext cx="1851000" cy="114600"/>
              <a:chOff x="461225" y="3504775"/>
              <a:chExt cx="1851000" cy="114600"/>
            </a:xfrm>
          </p:grpSpPr>
          <p:sp>
            <p:nvSpPr>
              <p:cNvPr id="480" name="Google Shape;480;p33"/>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1" name="Google Shape;481;p33"/>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2" name="Google Shape;482;p33"/>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3" name="Google Shape;483;p33"/>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4" name="Google Shape;484;p33"/>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85" name="Google Shape;485;p33"/>
            <p:cNvGrpSpPr/>
            <p:nvPr/>
          </p:nvGrpSpPr>
          <p:grpSpPr>
            <a:xfrm>
              <a:off x="461225" y="3989700"/>
              <a:ext cx="1480800" cy="1110725"/>
              <a:chOff x="461225" y="3249175"/>
              <a:chExt cx="1480800" cy="1110725"/>
            </a:xfrm>
          </p:grpSpPr>
          <p:sp>
            <p:nvSpPr>
              <p:cNvPr id="486" name="Google Shape;486;p3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7" name="Google Shape;487;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8" name="Google Shape;488;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9" name="Google Shape;489;p33"/>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90" name="Google Shape;490;p33"/>
            <p:cNvGrpSpPr/>
            <p:nvPr/>
          </p:nvGrpSpPr>
          <p:grpSpPr>
            <a:xfrm>
              <a:off x="831425" y="4360025"/>
              <a:ext cx="1480800" cy="370200"/>
              <a:chOff x="831425" y="3249175"/>
              <a:chExt cx="1480800" cy="370200"/>
            </a:xfrm>
          </p:grpSpPr>
          <p:sp>
            <p:nvSpPr>
              <p:cNvPr id="491" name="Google Shape;491;p3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2" name="Google Shape;492;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3" name="Google Shape;493;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4" name="Google Shape;494;p3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95" name="Google Shape;495;p3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6" name="Google Shape;496;p33"/>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97" name="Google Shape;497;p33"/>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98" name="Google Shape;498;p33"/>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9" name="Google Shape;499;p33"/>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00" name="Google Shape;500;p33"/>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501" name="Google Shape;501;p3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502" name="Shape 502"/>
        <p:cNvGrpSpPr/>
        <p:nvPr/>
      </p:nvGrpSpPr>
      <p:grpSpPr>
        <a:xfrm>
          <a:off x="0" y="0"/>
          <a:ext cx="0" cy="0"/>
          <a:chOff x="0" y="0"/>
          <a:chExt cx="0" cy="0"/>
        </a:xfrm>
      </p:grpSpPr>
      <p:grpSp>
        <p:nvGrpSpPr>
          <p:cNvPr id="503" name="Google Shape;503;p34"/>
          <p:cNvGrpSpPr/>
          <p:nvPr/>
        </p:nvGrpSpPr>
        <p:grpSpPr>
          <a:xfrm flipH="1">
            <a:off x="3199575" y="156175"/>
            <a:ext cx="1851000" cy="1225325"/>
            <a:chOff x="461225" y="3875100"/>
            <a:chExt cx="1851000" cy="1225325"/>
          </a:xfrm>
        </p:grpSpPr>
        <p:grpSp>
          <p:nvGrpSpPr>
            <p:cNvPr id="504" name="Google Shape;504;p34"/>
            <p:cNvGrpSpPr/>
            <p:nvPr/>
          </p:nvGrpSpPr>
          <p:grpSpPr>
            <a:xfrm>
              <a:off x="461225" y="3875100"/>
              <a:ext cx="1851000" cy="114600"/>
              <a:chOff x="461225" y="3504775"/>
              <a:chExt cx="1851000" cy="114600"/>
            </a:xfrm>
          </p:grpSpPr>
          <p:sp>
            <p:nvSpPr>
              <p:cNvPr id="505" name="Google Shape;505;p34"/>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34"/>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34"/>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34"/>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9" name="Google Shape;509;p34"/>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0" name="Google Shape;510;p34"/>
            <p:cNvGrpSpPr/>
            <p:nvPr/>
          </p:nvGrpSpPr>
          <p:grpSpPr>
            <a:xfrm>
              <a:off x="461225" y="3989700"/>
              <a:ext cx="1480800" cy="1110725"/>
              <a:chOff x="461225" y="3249175"/>
              <a:chExt cx="1480800" cy="1110725"/>
            </a:xfrm>
          </p:grpSpPr>
          <p:sp>
            <p:nvSpPr>
              <p:cNvPr id="511" name="Google Shape;511;p3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34"/>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34"/>
            <p:cNvGrpSpPr/>
            <p:nvPr/>
          </p:nvGrpSpPr>
          <p:grpSpPr>
            <a:xfrm>
              <a:off x="831425" y="4360025"/>
              <a:ext cx="1480800" cy="370200"/>
              <a:chOff x="831425" y="3249175"/>
              <a:chExt cx="1480800" cy="370200"/>
            </a:xfrm>
          </p:grpSpPr>
          <p:sp>
            <p:nvSpPr>
              <p:cNvPr id="516" name="Google Shape;516;p3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3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34"/>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1" name="Google Shape;521;p34"/>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2" name="Google Shape;522;p34"/>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23" name="Google Shape;523;p34"/>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524" name="Google Shape;524;p34"/>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5" name="Google Shape;525;p34"/>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6" name="Google Shape;526;p34"/>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527" name="Google Shape;527;p34"/>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28" name="Google Shape;528;p34"/>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29" name="Google Shape;529;p34"/>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0" name="Google Shape;530;p34"/>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1" name="Google Shape;531;p34"/>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2" name="Google Shape;532;p34"/>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3" name="Google Shape;533;p34"/>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4" name="Google Shape;534;p3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35" name="Google Shape;535;p34"/>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6" name="Google Shape;536;p34"/>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7" name="Google Shape;537;p34"/>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38" name="Google Shape;538;p3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539" name="Shape 539"/>
        <p:cNvGrpSpPr/>
        <p:nvPr/>
      </p:nvGrpSpPr>
      <p:grpSpPr>
        <a:xfrm>
          <a:off x="0" y="0"/>
          <a:ext cx="0" cy="0"/>
          <a:chOff x="0" y="0"/>
          <a:chExt cx="0" cy="0"/>
        </a:xfrm>
      </p:grpSpPr>
      <p:grpSp>
        <p:nvGrpSpPr>
          <p:cNvPr id="540" name="Google Shape;540;p35"/>
          <p:cNvGrpSpPr/>
          <p:nvPr/>
        </p:nvGrpSpPr>
        <p:grpSpPr>
          <a:xfrm>
            <a:off x="115026" y="364"/>
            <a:ext cx="5125634" cy="5143564"/>
            <a:chOff x="312900" y="2788524"/>
            <a:chExt cx="2221197" cy="1994480"/>
          </a:xfrm>
        </p:grpSpPr>
        <p:grpSp>
          <p:nvGrpSpPr>
            <p:cNvPr id="541" name="Google Shape;541;p35"/>
            <p:cNvGrpSpPr/>
            <p:nvPr/>
          </p:nvGrpSpPr>
          <p:grpSpPr>
            <a:xfrm>
              <a:off x="312900" y="2788524"/>
              <a:ext cx="1851000" cy="1994480"/>
              <a:chOff x="461225" y="3244074"/>
              <a:chExt cx="1851000" cy="1994480"/>
            </a:xfrm>
          </p:grpSpPr>
          <p:grpSp>
            <p:nvGrpSpPr>
              <p:cNvPr id="542" name="Google Shape;542;p35"/>
              <p:cNvGrpSpPr/>
              <p:nvPr/>
            </p:nvGrpSpPr>
            <p:grpSpPr>
              <a:xfrm>
                <a:off x="461229" y="3244074"/>
                <a:ext cx="1850992" cy="1994480"/>
                <a:chOff x="461229" y="3244074"/>
                <a:chExt cx="1850992" cy="1994480"/>
              </a:xfrm>
            </p:grpSpPr>
            <p:sp>
              <p:nvSpPr>
                <p:cNvPr id="543" name="Google Shape;543;p35"/>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35"/>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35"/>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35"/>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7" name="Google Shape;547;p35"/>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8" name="Google Shape;548;p35"/>
              <p:cNvGrpSpPr/>
              <p:nvPr/>
            </p:nvGrpSpPr>
            <p:grpSpPr>
              <a:xfrm>
                <a:off x="461225" y="3619500"/>
                <a:ext cx="1851000" cy="370200"/>
                <a:chOff x="461225" y="3249175"/>
                <a:chExt cx="1851000" cy="370200"/>
              </a:xfrm>
            </p:grpSpPr>
            <p:sp>
              <p:nvSpPr>
                <p:cNvPr id="549" name="Google Shape;54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1" name="Google Shape;55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2" name="Google Shape;55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3" name="Google Shape;55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54" name="Google Shape;554;p35"/>
              <p:cNvGrpSpPr/>
              <p:nvPr/>
            </p:nvGrpSpPr>
            <p:grpSpPr>
              <a:xfrm>
                <a:off x="461225" y="3989700"/>
                <a:ext cx="1851000" cy="1110726"/>
                <a:chOff x="461225" y="3249175"/>
                <a:chExt cx="1851000" cy="1110726"/>
              </a:xfrm>
            </p:grpSpPr>
            <p:sp>
              <p:nvSpPr>
                <p:cNvPr id="555" name="Google Shape;555;p35"/>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6" name="Google Shape;55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7" name="Google Shape;55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8" name="Google Shape;55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9" name="Google Shape;55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0" name="Google Shape;560;p35"/>
              <p:cNvGrpSpPr/>
              <p:nvPr/>
            </p:nvGrpSpPr>
            <p:grpSpPr>
              <a:xfrm>
                <a:off x="461225" y="4360025"/>
                <a:ext cx="1851000" cy="370200"/>
                <a:chOff x="461225" y="3249175"/>
                <a:chExt cx="1851000" cy="370200"/>
              </a:xfrm>
            </p:grpSpPr>
            <p:sp>
              <p:nvSpPr>
                <p:cNvPr id="561" name="Google Shape;56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2" name="Google Shape;56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3" name="Google Shape;563;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4" name="Google Shape;564;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65" name="Google Shape;565;p35"/>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6" name="Google Shape;566;p35"/>
          <p:cNvGrpSpPr/>
          <p:nvPr/>
        </p:nvGrpSpPr>
        <p:grpSpPr>
          <a:xfrm flipH="1" rot="5400000">
            <a:off x="7145338" y="3274875"/>
            <a:ext cx="2221200" cy="1481050"/>
            <a:chOff x="312900" y="2793625"/>
            <a:chExt cx="2221200" cy="1481050"/>
          </a:xfrm>
        </p:grpSpPr>
        <p:grpSp>
          <p:nvGrpSpPr>
            <p:cNvPr id="567" name="Google Shape;567;p35"/>
            <p:cNvGrpSpPr/>
            <p:nvPr/>
          </p:nvGrpSpPr>
          <p:grpSpPr>
            <a:xfrm>
              <a:off x="312900" y="2793625"/>
              <a:ext cx="1851000" cy="1481050"/>
              <a:chOff x="461225" y="3249175"/>
              <a:chExt cx="1851000" cy="1481050"/>
            </a:xfrm>
          </p:grpSpPr>
          <p:grpSp>
            <p:nvGrpSpPr>
              <p:cNvPr id="568" name="Google Shape;568;p35"/>
              <p:cNvGrpSpPr/>
              <p:nvPr/>
            </p:nvGrpSpPr>
            <p:grpSpPr>
              <a:xfrm>
                <a:off x="461225" y="3249175"/>
                <a:ext cx="1851000" cy="370200"/>
                <a:chOff x="461225" y="3249175"/>
                <a:chExt cx="1851000" cy="370200"/>
              </a:xfrm>
            </p:grpSpPr>
            <p:sp>
              <p:nvSpPr>
                <p:cNvPr id="569" name="Google Shape;56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0" name="Google Shape;57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1" name="Google Shape;57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2" name="Google Shape;57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3" name="Google Shape;57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74" name="Google Shape;574;p35"/>
              <p:cNvGrpSpPr/>
              <p:nvPr/>
            </p:nvGrpSpPr>
            <p:grpSpPr>
              <a:xfrm>
                <a:off x="461225" y="3619500"/>
                <a:ext cx="1851000" cy="370200"/>
                <a:chOff x="461225" y="3249175"/>
                <a:chExt cx="1851000" cy="370200"/>
              </a:xfrm>
            </p:grpSpPr>
            <p:sp>
              <p:nvSpPr>
                <p:cNvPr id="575" name="Google Shape;575;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6" name="Google Shape;57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7" name="Google Shape;57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8" name="Google Shape;57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9" name="Google Shape;57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0" name="Google Shape;580;p35"/>
              <p:cNvGrpSpPr/>
              <p:nvPr/>
            </p:nvGrpSpPr>
            <p:grpSpPr>
              <a:xfrm>
                <a:off x="461225" y="3989700"/>
                <a:ext cx="1851000" cy="370200"/>
                <a:chOff x="461225" y="3249175"/>
                <a:chExt cx="1851000" cy="370200"/>
              </a:xfrm>
            </p:grpSpPr>
            <p:sp>
              <p:nvSpPr>
                <p:cNvPr id="581" name="Google Shape;58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2" name="Google Shape;58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3" name="Google Shape;583;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4" name="Google Shape;584;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5" name="Google Shape;585;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6" name="Google Shape;586;p35"/>
              <p:cNvGrpSpPr/>
              <p:nvPr/>
            </p:nvGrpSpPr>
            <p:grpSpPr>
              <a:xfrm>
                <a:off x="461225" y="4360025"/>
                <a:ext cx="1851000" cy="370200"/>
                <a:chOff x="461225" y="3249175"/>
                <a:chExt cx="1851000" cy="370200"/>
              </a:xfrm>
            </p:grpSpPr>
            <p:sp>
              <p:nvSpPr>
                <p:cNvPr id="587" name="Google Shape;587;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8" name="Google Shape;588;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9" name="Google Shape;589;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0" name="Google Shape;590;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1" name="Google Shape;591;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92" name="Google Shape;592;p3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93" name="Google Shape;593;p35"/>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4" name="Google Shape;594;p35"/>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5" name="Google Shape;595;p35"/>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96" name="Google Shape;596;p35"/>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97" name="Google Shape;597;p3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8" name="Google Shape;598;p35"/>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9" name="Google Shape;599;p35"/>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0" name="Google Shape;600;p35"/>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1" name="Google Shape;601;p35"/>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2" name="Google Shape;602;p35"/>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3" name="Google Shape;603;p35"/>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4" name="Google Shape;604;p35"/>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5" name="Google Shape;605;p35"/>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6" name="Google Shape;606;p35"/>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7" name="Google Shape;607;p35"/>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8" name="Google Shape;608;p35"/>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9" name="Google Shape;609;p35"/>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610" name="Shape 610"/>
        <p:cNvGrpSpPr/>
        <p:nvPr/>
      </p:nvGrpSpPr>
      <p:grpSpPr>
        <a:xfrm>
          <a:off x="0" y="0"/>
          <a:ext cx="0" cy="0"/>
          <a:chOff x="0" y="0"/>
          <a:chExt cx="0" cy="0"/>
        </a:xfrm>
      </p:grpSpPr>
      <p:sp>
        <p:nvSpPr>
          <p:cNvPr id="611" name="Google Shape;611;p36"/>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2" name="Google Shape;612;p36"/>
          <p:cNvSpPr/>
          <p:nvPr>
            <p:ph idx="2" type="pic"/>
          </p:nvPr>
        </p:nvSpPr>
        <p:spPr>
          <a:xfrm>
            <a:off x="6702600" y="-16150"/>
            <a:ext cx="2441400" cy="2574600"/>
          </a:xfrm>
          <a:prstGeom prst="rect">
            <a:avLst/>
          </a:prstGeom>
          <a:noFill/>
          <a:ln>
            <a:noFill/>
          </a:ln>
        </p:spPr>
      </p:sp>
      <p:sp>
        <p:nvSpPr>
          <p:cNvPr id="613" name="Google Shape;613;p36"/>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614" name="Google Shape;614;p36"/>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15" name="Google Shape;615;p36"/>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6" name="Google Shape;616;p36"/>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7" name="Google Shape;617;p36"/>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8" name="Google Shape;618;p36"/>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19" name="Google Shape;619;p3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20" name="Google Shape;620;p36"/>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21" name="Google Shape;621;p36"/>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22" name="Google Shape;622;p36"/>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3" name="Google Shape;623;p36"/>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4" name="Google Shape;624;p36"/>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5" name="Google Shape;625;p36"/>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6" name="Google Shape;626;p36"/>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7" name="Google Shape;627;p36"/>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8" name="Google Shape;628;p36"/>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629" name="Shape 629"/>
        <p:cNvGrpSpPr/>
        <p:nvPr/>
      </p:nvGrpSpPr>
      <p:grpSpPr>
        <a:xfrm>
          <a:off x="0" y="0"/>
          <a:ext cx="0" cy="0"/>
          <a:chOff x="0" y="0"/>
          <a:chExt cx="0" cy="0"/>
        </a:xfrm>
      </p:grpSpPr>
      <p:sp>
        <p:nvSpPr>
          <p:cNvPr id="630" name="Google Shape;630;p37"/>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37"/>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32" name="Google Shape;632;p37"/>
          <p:cNvSpPr/>
          <p:nvPr>
            <p:ph idx="2" type="pic"/>
          </p:nvPr>
        </p:nvSpPr>
        <p:spPr>
          <a:xfrm>
            <a:off x="5457500" y="0"/>
            <a:ext cx="3686400" cy="5143500"/>
          </a:xfrm>
          <a:prstGeom prst="rect">
            <a:avLst/>
          </a:prstGeom>
          <a:noFill/>
          <a:ln>
            <a:noFill/>
          </a:ln>
        </p:spPr>
      </p:sp>
      <p:sp>
        <p:nvSpPr>
          <p:cNvPr id="633" name="Google Shape;633;p37"/>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634" name="Google Shape;634;p37"/>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635" name="Google Shape;635;p3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36" name="Google Shape;636;p37"/>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7" name="Google Shape;637;p37"/>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638" name="Shape 638"/>
        <p:cNvGrpSpPr/>
        <p:nvPr/>
      </p:nvGrpSpPr>
      <p:grpSpPr>
        <a:xfrm>
          <a:off x="0" y="0"/>
          <a:ext cx="0" cy="0"/>
          <a:chOff x="0" y="0"/>
          <a:chExt cx="0" cy="0"/>
        </a:xfrm>
      </p:grpSpPr>
      <p:grpSp>
        <p:nvGrpSpPr>
          <p:cNvPr id="639" name="Google Shape;639;p38"/>
          <p:cNvGrpSpPr/>
          <p:nvPr/>
        </p:nvGrpSpPr>
        <p:grpSpPr>
          <a:xfrm>
            <a:off x="7704171" y="1036593"/>
            <a:ext cx="1439893" cy="3234395"/>
            <a:chOff x="461225" y="3249175"/>
            <a:chExt cx="1110600" cy="2221578"/>
          </a:xfrm>
        </p:grpSpPr>
        <p:grpSp>
          <p:nvGrpSpPr>
            <p:cNvPr id="640" name="Google Shape;640;p38"/>
            <p:cNvGrpSpPr/>
            <p:nvPr/>
          </p:nvGrpSpPr>
          <p:grpSpPr>
            <a:xfrm>
              <a:off x="831422" y="3249175"/>
              <a:ext cx="740403" cy="2221578"/>
              <a:chOff x="831422" y="3249175"/>
              <a:chExt cx="740403" cy="2221578"/>
            </a:xfrm>
          </p:grpSpPr>
          <p:sp>
            <p:nvSpPr>
              <p:cNvPr id="641" name="Google Shape;641;p38"/>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2" name="Google Shape;642;p38"/>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3" name="Google Shape;643;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4" name="Google Shape;644;p38"/>
            <p:cNvGrpSpPr/>
            <p:nvPr/>
          </p:nvGrpSpPr>
          <p:grpSpPr>
            <a:xfrm>
              <a:off x="461225" y="3619500"/>
              <a:ext cx="1110600" cy="370200"/>
              <a:chOff x="461225" y="3249175"/>
              <a:chExt cx="1110600" cy="370200"/>
            </a:xfrm>
          </p:grpSpPr>
          <p:sp>
            <p:nvSpPr>
              <p:cNvPr id="645" name="Google Shape;645;p3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6" name="Google Shape;646;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7" name="Google Shape;647;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8" name="Google Shape;648;p38"/>
            <p:cNvGrpSpPr/>
            <p:nvPr/>
          </p:nvGrpSpPr>
          <p:grpSpPr>
            <a:xfrm>
              <a:off x="461225" y="3989700"/>
              <a:ext cx="1110600" cy="1110726"/>
              <a:chOff x="461225" y="3249175"/>
              <a:chExt cx="1110600" cy="1110726"/>
            </a:xfrm>
          </p:grpSpPr>
          <p:sp>
            <p:nvSpPr>
              <p:cNvPr id="649" name="Google Shape;649;p38"/>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0" name="Google Shape;650;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1" name="Google Shape;651;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52" name="Google Shape;652;p38"/>
            <p:cNvGrpSpPr/>
            <p:nvPr/>
          </p:nvGrpSpPr>
          <p:grpSpPr>
            <a:xfrm>
              <a:off x="831422" y="4360025"/>
              <a:ext cx="370203" cy="740520"/>
              <a:chOff x="831422" y="3249175"/>
              <a:chExt cx="370203" cy="740520"/>
            </a:xfrm>
          </p:grpSpPr>
          <p:sp>
            <p:nvSpPr>
              <p:cNvPr id="653" name="Google Shape;653;p38"/>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4" name="Google Shape;654;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55" name="Google Shape;655;p38"/>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56" name="Google Shape;656;p3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57" name="Google Shape;657;p38"/>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58" name="Google Shape;658;p38"/>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59" name="Google Shape;659;p38"/>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60" name="Google Shape;660;p38"/>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61" name="Google Shape;661;p38"/>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2" name="Google Shape;662;p38"/>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3" name="Google Shape;663;p38"/>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4" name="Google Shape;664;p38"/>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5" name="Google Shape;665;p38"/>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6" name="Google Shape;666;p38"/>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7" name="Google Shape;667;p38"/>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68" name="Shape 668"/>
        <p:cNvGrpSpPr/>
        <p:nvPr/>
      </p:nvGrpSpPr>
      <p:grpSpPr>
        <a:xfrm>
          <a:off x="0" y="0"/>
          <a:ext cx="0" cy="0"/>
          <a:chOff x="0" y="0"/>
          <a:chExt cx="0" cy="0"/>
        </a:xfrm>
      </p:grpSpPr>
      <p:grpSp>
        <p:nvGrpSpPr>
          <p:cNvPr id="669" name="Google Shape;669;p39"/>
          <p:cNvGrpSpPr/>
          <p:nvPr/>
        </p:nvGrpSpPr>
        <p:grpSpPr>
          <a:xfrm>
            <a:off x="0" y="506850"/>
            <a:ext cx="930250" cy="2593175"/>
            <a:chOff x="0" y="506850"/>
            <a:chExt cx="930250" cy="2593175"/>
          </a:xfrm>
        </p:grpSpPr>
        <p:grpSp>
          <p:nvGrpSpPr>
            <p:cNvPr id="670" name="Google Shape;670;p39"/>
            <p:cNvGrpSpPr/>
            <p:nvPr/>
          </p:nvGrpSpPr>
          <p:grpSpPr>
            <a:xfrm>
              <a:off x="0" y="877050"/>
              <a:ext cx="930250" cy="2222975"/>
              <a:chOff x="1233650" y="2421900"/>
              <a:chExt cx="930250" cy="2222975"/>
            </a:xfrm>
          </p:grpSpPr>
          <p:grpSp>
            <p:nvGrpSpPr>
              <p:cNvPr id="671" name="Google Shape;671;p39"/>
              <p:cNvGrpSpPr/>
              <p:nvPr/>
            </p:nvGrpSpPr>
            <p:grpSpPr>
              <a:xfrm>
                <a:off x="1233650" y="2793625"/>
                <a:ext cx="560050" cy="1851250"/>
                <a:chOff x="1381975" y="3249175"/>
                <a:chExt cx="560050" cy="1851250"/>
              </a:xfrm>
            </p:grpSpPr>
            <p:sp>
              <p:nvSpPr>
                <p:cNvPr id="672" name="Google Shape;672;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3" name="Google Shape;673;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74" name="Google Shape;674;p39"/>
                <p:cNvGrpSpPr/>
                <p:nvPr/>
              </p:nvGrpSpPr>
              <p:grpSpPr>
                <a:xfrm>
                  <a:off x="1381975" y="3989700"/>
                  <a:ext cx="560050" cy="1110725"/>
                  <a:chOff x="1381975" y="3249175"/>
                  <a:chExt cx="560050" cy="1110725"/>
                </a:xfrm>
              </p:grpSpPr>
              <p:sp>
                <p:nvSpPr>
                  <p:cNvPr id="675" name="Google Shape;675;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6" name="Google Shape;676;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7" name="Google Shape;677;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78" name="Google Shape;678;p39"/>
                <p:cNvGrpSpPr/>
                <p:nvPr/>
              </p:nvGrpSpPr>
              <p:grpSpPr>
                <a:xfrm>
                  <a:off x="1381975" y="4360025"/>
                  <a:ext cx="560050" cy="370200"/>
                  <a:chOff x="1381975" y="3249175"/>
                  <a:chExt cx="560050" cy="370200"/>
                </a:xfrm>
              </p:grpSpPr>
              <p:sp>
                <p:nvSpPr>
                  <p:cNvPr id="679" name="Google Shape;67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0" name="Google Shape;68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81" name="Google Shape;681;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2" name="Google Shape;682;p39"/>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3" name="Google Shape;683;p39"/>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84" name="Google Shape;684;p3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85" name="Google Shape;685;p39"/>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6" name="Google Shape;686;p39"/>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7" name="Google Shape;687;p39"/>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8" name="Google Shape;688;p39"/>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9" name="Google Shape;689;p39"/>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90" name="Google Shape;690;p39"/>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91" name="Google Shape;691;p39"/>
          <p:cNvGrpSpPr/>
          <p:nvPr/>
        </p:nvGrpSpPr>
        <p:grpSpPr>
          <a:xfrm rot="5400000">
            <a:off x="7381575" y="-838700"/>
            <a:ext cx="930250" cy="2591775"/>
            <a:chOff x="0" y="508250"/>
            <a:chExt cx="930250" cy="2591775"/>
          </a:xfrm>
        </p:grpSpPr>
        <p:grpSp>
          <p:nvGrpSpPr>
            <p:cNvPr id="692" name="Google Shape;692;p39"/>
            <p:cNvGrpSpPr/>
            <p:nvPr/>
          </p:nvGrpSpPr>
          <p:grpSpPr>
            <a:xfrm>
              <a:off x="0" y="877050"/>
              <a:ext cx="930250" cy="2222975"/>
              <a:chOff x="1233650" y="2421900"/>
              <a:chExt cx="930250" cy="2222975"/>
            </a:xfrm>
          </p:grpSpPr>
          <p:grpSp>
            <p:nvGrpSpPr>
              <p:cNvPr id="693" name="Google Shape;693;p39"/>
              <p:cNvGrpSpPr/>
              <p:nvPr/>
            </p:nvGrpSpPr>
            <p:grpSpPr>
              <a:xfrm>
                <a:off x="1233650" y="2793625"/>
                <a:ext cx="930250" cy="1851250"/>
                <a:chOff x="1381975" y="3249175"/>
                <a:chExt cx="930250" cy="1851250"/>
              </a:xfrm>
            </p:grpSpPr>
            <p:grpSp>
              <p:nvGrpSpPr>
                <p:cNvPr id="694" name="Google Shape;694;p39"/>
                <p:cNvGrpSpPr/>
                <p:nvPr/>
              </p:nvGrpSpPr>
              <p:grpSpPr>
                <a:xfrm>
                  <a:off x="1571825" y="3249175"/>
                  <a:ext cx="740400" cy="370200"/>
                  <a:chOff x="1571825" y="3249175"/>
                  <a:chExt cx="740400" cy="370200"/>
                </a:xfrm>
              </p:grpSpPr>
              <p:sp>
                <p:nvSpPr>
                  <p:cNvPr id="695" name="Google Shape;695;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3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97" name="Google Shape;697;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98" name="Google Shape;698;p39"/>
                <p:cNvGrpSpPr/>
                <p:nvPr/>
              </p:nvGrpSpPr>
              <p:grpSpPr>
                <a:xfrm>
                  <a:off x="1381975" y="3989700"/>
                  <a:ext cx="560050" cy="1110725"/>
                  <a:chOff x="1381975" y="3249175"/>
                  <a:chExt cx="560050" cy="1110725"/>
                </a:xfrm>
              </p:grpSpPr>
              <p:sp>
                <p:nvSpPr>
                  <p:cNvPr id="699" name="Google Shape;69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02" name="Google Shape;702;p39"/>
                <p:cNvGrpSpPr/>
                <p:nvPr/>
              </p:nvGrpSpPr>
              <p:grpSpPr>
                <a:xfrm>
                  <a:off x="1381975" y="4360025"/>
                  <a:ext cx="560050" cy="370200"/>
                  <a:chOff x="1381975" y="3249175"/>
                  <a:chExt cx="560050" cy="370200"/>
                </a:xfrm>
              </p:grpSpPr>
              <p:sp>
                <p:nvSpPr>
                  <p:cNvPr id="703" name="Google Shape;703;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4" name="Google Shape;704;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05" name="Google Shape;705;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6" name="Google Shape;706;p39"/>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7" name="Google Shape;707;p39"/>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08" name="Google Shape;708;p39"/>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709" name="Google Shape;709;p39"/>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710" name="Google Shape;710;p39"/>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1" name="Google Shape;711;p39"/>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2" name="Google Shape;712;p39"/>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13" name="Google Shape;713;p39"/>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4" name="Google Shape;714;p39"/>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715" name="Google Shape;715;p39"/>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6" name="Google Shape;716;p39"/>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7" name="Google Shape;717;p39"/>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718" name="Shape 718"/>
        <p:cNvGrpSpPr/>
        <p:nvPr/>
      </p:nvGrpSpPr>
      <p:grpSpPr>
        <a:xfrm>
          <a:off x="0" y="0"/>
          <a:ext cx="0" cy="0"/>
          <a:chOff x="0" y="0"/>
          <a:chExt cx="0" cy="0"/>
        </a:xfrm>
      </p:grpSpPr>
      <p:sp>
        <p:nvSpPr>
          <p:cNvPr id="719" name="Google Shape;719;p40"/>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0" name="Google Shape;720;p40"/>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1" name="Google Shape;721;p40"/>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2" name="Google Shape;722;p40"/>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723" name="Google Shape;723;p40"/>
          <p:cNvGrpSpPr/>
          <p:nvPr/>
        </p:nvGrpSpPr>
        <p:grpSpPr>
          <a:xfrm>
            <a:off x="7073603" y="0"/>
            <a:ext cx="2070408" cy="1617374"/>
            <a:chOff x="6787102" y="-57263"/>
            <a:chExt cx="2403260" cy="1877393"/>
          </a:xfrm>
        </p:grpSpPr>
        <p:grpSp>
          <p:nvGrpSpPr>
            <p:cNvPr id="724" name="Google Shape;724;p40"/>
            <p:cNvGrpSpPr/>
            <p:nvPr/>
          </p:nvGrpSpPr>
          <p:grpSpPr>
            <a:xfrm rot="10800000">
              <a:off x="8286413" y="1320355"/>
              <a:ext cx="903863" cy="499775"/>
              <a:chOff x="532097" y="3249175"/>
              <a:chExt cx="669528" cy="370204"/>
            </a:xfrm>
          </p:grpSpPr>
          <p:sp>
            <p:nvSpPr>
              <p:cNvPr id="725" name="Google Shape;725;p40"/>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6" name="Google Shape;726;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7" name="Google Shape;727;p40"/>
            <p:cNvGrpSpPr/>
            <p:nvPr/>
          </p:nvGrpSpPr>
          <p:grpSpPr>
            <a:xfrm rot="10800000">
              <a:off x="6787103" y="820419"/>
              <a:ext cx="2402289" cy="499772"/>
              <a:chOff x="532752" y="3249175"/>
              <a:chExt cx="1779473" cy="370202"/>
            </a:xfrm>
          </p:grpSpPr>
          <p:sp>
            <p:nvSpPr>
              <p:cNvPr id="728" name="Google Shape;728;p40"/>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0" name="Google Shape;730;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1" name="Google Shape;73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2" name="Google Shape;732;p40"/>
            <p:cNvGrpSpPr/>
            <p:nvPr/>
          </p:nvGrpSpPr>
          <p:grpSpPr>
            <a:xfrm rot="10800000">
              <a:off x="7286873" y="320651"/>
              <a:ext cx="1499310" cy="499770"/>
              <a:chOff x="831425" y="3249175"/>
              <a:chExt cx="1110600" cy="370200"/>
            </a:xfrm>
          </p:grpSpPr>
          <p:sp>
            <p:nvSpPr>
              <p:cNvPr id="733" name="Google Shape;733;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6" name="Google Shape;736;p40"/>
            <p:cNvGrpSpPr/>
            <p:nvPr/>
          </p:nvGrpSpPr>
          <p:grpSpPr>
            <a:xfrm rot="10800000">
              <a:off x="6787102" y="-57263"/>
              <a:ext cx="2403260" cy="377865"/>
              <a:chOff x="532032" y="3249173"/>
              <a:chExt cx="1780193" cy="370202"/>
            </a:xfrm>
          </p:grpSpPr>
          <p:sp>
            <p:nvSpPr>
              <p:cNvPr id="737" name="Google Shape;737;p40"/>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40"/>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1" name="Google Shape;74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42" name="Google Shape;742;p40"/>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3" name="Google Shape;743;p40"/>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4" name="Google Shape;744;p40"/>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5" name="Google Shape;745;p40"/>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6" name="Google Shape;746;p4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47" name="Google Shape;747;p40"/>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48" name="Google Shape;748;p40"/>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49" name="Google Shape;749;p40"/>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0" name="Google Shape;750;p40"/>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1" name="Google Shape;751;p40"/>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2" name="Google Shape;752;p40"/>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3" name="Google Shape;753;p4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54" name="Shape 754"/>
        <p:cNvGrpSpPr/>
        <p:nvPr/>
      </p:nvGrpSpPr>
      <p:grpSpPr>
        <a:xfrm>
          <a:off x="0" y="0"/>
          <a:ext cx="0" cy="0"/>
          <a:chOff x="0" y="0"/>
          <a:chExt cx="0" cy="0"/>
        </a:xfrm>
      </p:grpSpPr>
      <p:sp>
        <p:nvSpPr>
          <p:cNvPr id="755" name="Google Shape;755;p41"/>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6" name="Google Shape;756;p41"/>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7" name="Google Shape;757;p41"/>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8" name="Google Shape;758;p41"/>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9" name="Google Shape;759;p41"/>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60" name="Google Shape;760;p41"/>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61" name="Google Shape;761;p41"/>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62" name="Google Shape;762;p41"/>
          <p:cNvGrpSpPr/>
          <p:nvPr/>
        </p:nvGrpSpPr>
        <p:grpSpPr>
          <a:xfrm>
            <a:off x="7073603" y="0"/>
            <a:ext cx="2070408" cy="1617374"/>
            <a:chOff x="6787102" y="-57263"/>
            <a:chExt cx="2403260" cy="1877393"/>
          </a:xfrm>
        </p:grpSpPr>
        <p:grpSp>
          <p:nvGrpSpPr>
            <p:cNvPr id="763" name="Google Shape;763;p41"/>
            <p:cNvGrpSpPr/>
            <p:nvPr/>
          </p:nvGrpSpPr>
          <p:grpSpPr>
            <a:xfrm rot="10800000">
              <a:off x="8286413" y="1320355"/>
              <a:ext cx="903863" cy="499775"/>
              <a:chOff x="532097" y="3249175"/>
              <a:chExt cx="669528" cy="370204"/>
            </a:xfrm>
          </p:grpSpPr>
          <p:sp>
            <p:nvSpPr>
              <p:cNvPr id="764" name="Google Shape;764;p41"/>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5" name="Google Shape;765;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6" name="Google Shape;766;p41"/>
            <p:cNvGrpSpPr/>
            <p:nvPr/>
          </p:nvGrpSpPr>
          <p:grpSpPr>
            <a:xfrm rot="10800000">
              <a:off x="6787103" y="820419"/>
              <a:ext cx="2402289" cy="499772"/>
              <a:chOff x="532752" y="3249175"/>
              <a:chExt cx="1779473" cy="370202"/>
            </a:xfrm>
          </p:grpSpPr>
          <p:sp>
            <p:nvSpPr>
              <p:cNvPr id="767" name="Google Shape;767;p41"/>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0" name="Google Shape;77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1" name="Google Shape;771;p41"/>
            <p:cNvGrpSpPr/>
            <p:nvPr/>
          </p:nvGrpSpPr>
          <p:grpSpPr>
            <a:xfrm rot="10800000">
              <a:off x="7286873" y="320651"/>
              <a:ext cx="1499310" cy="499770"/>
              <a:chOff x="831425" y="3249175"/>
              <a:chExt cx="1110600" cy="370200"/>
            </a:xfrm>
          </p:grpSpPr>
          <p:sp>
            <p:nvSpPr>
              <p:cNvPr id="772" name="Google Shape;772;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5" name="Google Shape;775;p41"/>
            <p:cNvGrpSpPr/>
            <p:nvPr/>
          </p:nvGrpSpPr>
          <p:grpSpPr>
            <a:xfrm rot="10800000">
              <a:off x="6787102" y="-57263"/>
              <a:ext cx="2403260" cy="377865"/>
              <a:chOff x="532032" y="3249173"/>
              <a:chExt cx="1780193" cy="370202"/>
            </a:xfrm>
          </p:grpSpPr>
          <p:sp>
            <p:nvSpPr>
              <p:cNvPr id="776" name="Google Shape;776;p41"/>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7" name="Google Shape;777;p41"/>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8" name="Google Shape;778;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9" name="Google Shape;779;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0" name="Google Shape;78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81" name="Google Shape;781;p41"/>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2" name="Google Shape;782;p41"/>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3" name="Google Shape;783;p41"/>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4" name="Google Shape;784;p41"/>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5" name="Google Shape;785;p41"/>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6" name="Google Shape;786;p41"/>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7" name="Google Shape;787;p41"/>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8" name="Google Shape;788;p41"/>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9" name="Google Shape;789;p41"/>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0" name="Google Shape;790;p41"/>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1" name="Google Shape;791;p41"/>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2" name="Google Shape;792;p41"/>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3" name="Google Shape;793;p41"/>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94" name="Google Shape;794;p41"/>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95" name="Shape 795"/>
        <p:cNvGrpSpPr/>
        <p:nvPr/>
      </p:nvGrpSpPr>
      <p:grpSpPr>
        <a:xfrm>
          <a:off x="0" y="0"/>
          <a:ext cx="0" cy="0"/>
          <a:chOff x="0" y="0"/>
          <a:chExt cx="0" cy="0"/>
        </a:xfrm>
      </p:grpSpPr>
      <p:sp>
        <p:nvSpPr>
          <p:cNvPr id="796" name="Google Shape;796;p42"/>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97" name="Google Shape;797;p42"/>
          <p:cNvGrpSpPr/>
          <p:nvPr/>
        </p:nvGrpSpPr>
        <p:grpSpPr>
          <a:xfrm rot="10800000">
            <a:off x="5657179" y="-1"/>
            <a:ext cx="3486840" cy="2906092"/>
            <a:chOff x="312900" y="2793625"/>
            <a:chExt cx="2221200" cy="1851250"/>
          </a:xfrm>
        </p:grpSpPr>
        <p:grpSp>
          <p:nvGrpSpPr>
            <p:cNvPr id="798" name="Google Shape;798;p42"/>
            <p:cNvGrpSpPr/>
            <p:nvPr/>
          </p:nvGrpSpPr>
          <p:grpSpPr>
            <a:xfrm>
              <a:off x="312900" y="2793625"/>
              <a:ext cx="1851000" cy="1851250"/>
              <a:chOff x="461225" y="3249175"/>
              <a:chExt cx="1851000" cy="1851250"/>
            </a:xfrm>
          </p:grpSpPr>
          <p:grpSp>
            <p:nvGrpSpPr>
              <p:cNvPr id="799" name="Google Shape;799;p42"/>
              <p:cNvGrpSpPr/>
              <p:nvPr/>
            </p:nvGrpSpPr>
            <p:grpSpPr>
              <a:xfrm>
                <a:off x="461225" y="3249175"/>
                <a:ext cx="1851000" cy="370200"/>
                <a:chOff x="461225" y="3249175"/>
                <a:chExt cx="1851000" cy="370200"/>
              </a:xfrm>
            </p:grpSpPr>
            <p:sp>
              <p:nvSpPr>
                <p:cNvPr id="800" name="Google Shape;800;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1" name="Google Shape;801;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2" name="Google Shape;802;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3" name="Google Shape;803;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4" name="Google Shape;804;p42"/>
              <p:cNvGrpSpPr/>
              <p:nvPr/>
            </p:nvGrpSpPr>
            <p:grpSpPr>
              <a:xfrm>
                <a:off x="461225" y="3619500"/>
                <a:ext cx="1851000" cy="370200"/>
                <a:chOff x="461225" y="3249175"/>
                <a:chExt cx="1851000" cy="370200"/>
              </a:xfrm>
            </p:grpSpPr>
            <p:sp>
              <p:nvSpPr>
                <p:cNvPr id="805" name="Google Shape;805;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6" name="Google Shape;80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7" name="Google Shape;80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8" name="Google Shape;80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9" name="Google Shape;80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0" name="Google Shape;810;p42"/>
              <p:cNvGrpSpPr/>
              <p:nvPr/>
            </p:nvGrpSpPr>
            <p:grpSpPr>
              <a:xfrm>
                <a:off x="461225" y="3989700"/>
                <a:ext cx="1480800" cy="1110725"/>
                <a:chOff x="461225" y="3249175"/>
                <a:chExt cx="1480800" cy="1110725"/>
              </a:xfrm>
            </p:grpSpPr>
            <p:sp>
              <p:nvSpPr>
                <p:cNvPr id="811" name="Google Shape;811;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2" name="Google Shape;812;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3" name="Google Shape;813;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4" name="Google Shape;814;p42"/>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5" name="Google Shape;815;p42"/>
              <p:cNvGrpSpPr/>
              <p:nvPr/>
            </p:nvGrpSpPr>
            <p:grpSpPr>
              <a:xfrm>
                <a:off x="831425" y="4360025"/>
                <a:ext cx="1480800" cy="370200"/>
                <a:chOff x="831425" y="3249175"/>
                <a:chExt cx="1480800" cy="370200"/>
              </a:xfrm>
            </p:grpSpPr>
            <p:sp>
              <p:nvSpPr>
                <p:cNvPr id="816" name="Google Shape;81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7" name="Google Shape;81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8" name="Google Shape;81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9" name="Google Shape;81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20" name="Google Shape;820;p42"/>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1" name="Google Shape;821;p42"/>
          <p:cNvSpPr/>
          <p:nvPr>
            <p:ph idx="2" type="pic"/>
          </p:nvPr>
        </p:nvSpPr>
        <p:spPr>
          <a:xfrm>
            <a:off x="1200750" y="984738"/>
            <a:ext cx="1649400" cy="1649400"/>
          </a:xfrm>
          <a:prstGeom prst="ellipse">
            <a:avLst/>
          </a:prstGeom>
          <a:noFill/>
          <a:ln>
            <a:noFill/>
          </a:ln>
        </p:spPr>
      </p:sp>
      <p:sp>
        <p:nvSpPr>
          <p:cNvPr id="822" name="Google Shape;822;p42"/>
          <p:cNvSpPr/>
          <p:nvPr>
            <p:ph idx="3" type="pic"/>
          </p:nvPr>
        </p:nvSpPr>
        <p:spPr>
          <a:xfrm>
            <a:off x="3747300" y="921988"/>
            <a:ext cx="1649400" cy="1649400"/>
          </a:xfrm>
          <a:prstGeom prst="ellipse">
            <a:avLst/>
          </a:prstGeom>
          <a:noFill/>
          <a:ln>
            <a:noFill/>
          </a:ln>
        </p:spPr>
      </p:sp>
      <p:sp>
        <p:nvSpPr>
          <p:cNvPr id="823" name="Google Shape;823;p42"/>
          <p:cNvSpPr/>
          <p:nvPr>
            <p:ph idx="4" type="pic"/>
          </p:nvPr>
        </p:nvSpPr>
        <p:spPr>
          <a:xfrm>
            <a:off x="6080650" y="941438"/>
            <a:ext cx="1649400" cy="1649400"/>
          </a:xfrm>
          <a:prstGeom prst="ellipse">
            <a:avLst/>
          </a:prstGeom>
          <a:noFill/>
          <a:ln>
            <a:noFill/>
          </a:ln>
        </p:spPr>
      </p:sp>
      <p:sp>
        <p:nvSpPr>
          <p:cNvPr id="824" name="Google Shape;824;p42"/>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5" name="Google Shape;825;p42"/>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6" name="Google Shape;826;p42"/>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7" name="Google Shape;827;p42"/>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8" name="Google Shape;828;p42"/>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9" name="Google Shape;829;p42"/>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30" name="Google Shape;830;p42"/>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831" name="Google Shape;831;p4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32" name="Shape 832"/>
        <p:cNvGrpSpPr/>
        <p:nvPr/>
      </p:nvGrpSpPr>
      <p:grpSpPr>
        <a:xfrm>
          <a:off x="0" y="0"/>
          <a:ext cx="0" cy="0"/>
          <a:chOff x="0" y="0"/>
          <a:chExt cx="0" cy="0"/>
        </a:xfrm>
      </p:grpSpPr>
      <p:sp>
        <p:nvSpPr>
          <p:cNvPr id="833" name="Google Shape;833;p4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34" name="Google Shape;834;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35" name="Shape 835"/>
        <p:cNvGrpSpPr/>
        <p:nvPr/>
      </p:nvGrpSpPr>
      <p:grpSpPr>
        <a:xfrm>
          <a:off x="0" y="0"/>
          <a:ext cx="0" cy="0"/>
          <a:chOff x="0" y="0"/>
          <a:chExt cx="0" cy="0"/>
        </a:xfrm>
      </p:grpSpPr>
      <p:sp>
        <p:nvSpPr>
          <p:cNvPr id="836" name="Google Shape;836;p4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837" name="Shape 837"/>
        <p:cNvGrpSpPr/>
        <p:nvPr/>
      </p:nvGrpSpPr>
      <p:grpSpPr>
        <a:xfrm>
          <a:off x="0" y="0"/>
          <a:ext cx="0" cy="0"/>
          <a:chOff x="0" y="0"/>
          <a:chExt cx="0" cy="0"/>
        </a:xfrm>
      </p:grpSpPr>
      <p:sp>
        <p:nvSpPr>
          <p:cNvPr id="838" name="Google Shape;838;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9" name="Google Shape;839;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40" name="Shape 840"/>
        <p:cNvGrpSpPr/>
        <p:nvPr/>
      </p:nvGrpSpPr>
      <p:grpSpPr>
        <a:xfrm>
          <a:off x="0" y="0"/>
          <a:ext cx="0" cy="0"/>
          <a:chOff x="0" y="0"/>
          <a:chExt cx="0" cy="0"/>
        </a:xfrm>
      </p:grpSpPr>
      <p:sp>
        <p:nvSpPr>
          <p:cNvPr id="841" name="Google Shape;841;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2" name="Google Shape;842;p4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6"/>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44" name="Shape 844"/>
        <p:cNvGrpSpPr/>
        <p:nvPr/>
      </p:nvGrpSpPr>
      <p:grpSpPr>
        <a:xfrm>
          <a:off x="0" y="0"/>
          <a:ext cx="0" cy="0"/>
          <a:chOff x="0" y="0"/>
          <a:chExt cx="0" cy="0"/>
        </a:xfrm>
      </p:grpSpPr>
      <p:sp>
        <p:nvSpPr>
          <p:cNvPr id="845" name="Google Shape;845;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46" name="Shape 846"/>
        <p:cNvGrpSpPr/>
        <p:nvPr/>
      </p:nvGrpSpPr>
      <p:grpSpPr>
        <a:xfrm>
          <a:off x="0" y="0"/>
          <a:ext cx="0" cy="0"/>
          <a:chOff x="0" y="0"/>
          <a:chExt cx="0" cy="0"/>
        </a:xfrm>
      </p:grpSpPr>
      <p:sp>
        <p:nvSpPr>
          <p:cNvPr id="847" name="Google Shape;847;p4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48" name="Google Shape;848;p4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49" name="Shape 849"/>
        <p:cNvGrpSpPr/>
        <p:nvPr/>
      </p:nvGrpSpPr>
      <p:grpSpPr>
        <a:xfrm>
          <a:off x="0" y="0"/>
          <a:ext cx="0" cy="0"/>
          <a:chOff x="0" y="0"/>
          <a:chExt cx="0" cy="0"/>
        </a:xfrm>
      </p:grpSpPr>
      <p:sp>
        <p:nvSpPr>
          <p:cNvPr id="850" name="Google Shape;850;p4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51" name="Shape 851"/>
        <p:cNvGrpSpPr/>
        <p:nvPr/>
      </p:nvGrpSpPr>
      <p:grpSpPr>
        <a:xfrm>
          <a:off x="0" y="0"/>
          <a:ext cx="0" cy="0"/>
          <a:chOff x="0" y="0"/>
          <a:chExt cx="0" cy="0"/>
        </a:xfrm>
      </p:grpSpPr>
      <p:sp>
        <p:nvSpPr>
          <p:cNvPr id="852" name="Google Shape;852;p5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53" name="Google Shape;853;p5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54" name="Google Shape;854;p5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55" name="Shape 855"/>
        <p:cNvGrpSpPr/>
        <p:nvPr/>
      </p:nvGrpSpPr>
      <p:grpSpPr>
        <a:xfrm>
          <a:off x="0" y="0"/>
          <a:ext cx="0" cy="0"/>
          <a:chOff x="0" y="0"/>
          <a:chExt cx="0" cy="0"/>
        </a:xfrm>
      </p:grpSpPr>
      <p:sp>
        <p:nvSpPr>
          <p:cNvPr id="856" name="Google Shape;856;p5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57" name="Shape 857"/>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58" name="Shape 858"/>
        <p:cNvGrpSpPr/>
        <p:nvPr/>
      </p:nvGrpSpPr>
      <p:grpSpPr>
        <a:xfrm>
          <a:off x="0" y="0"/>
          <a:ext cx="0" cy="0"/>
          <a:chOff x="0" y="0"/>
          <a:chExt cx="0" cy="0"/>
        </a:xfrm>
      </p:grpSpPr>
      <p:sp>
        <p:nvSpPr>
          <p:cNvPr id="859" name="Google Shape;859;p5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0" name="Google Shape;860;p5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1" name="Google Shape;861;p5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2" name="Google Shape;862;p5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3" name="Google Shape;863;p5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4" name="Google Shape;864;p5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5" name="Google Shape;865;p5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66" name="Shape 866"/>
        <p:cNvGrpSpPr/>
        <p:nvPr/>
      </p:nvGrpSpPr>
      <p:grpSpPr>
        <a:xfrm>
          <a:off x="0" y="0"/>
          <a:ext cx="0" cy="0"/>
          <a:chOff x="0" y="0"/>
          <a:chExt cx="0" cy="0"/>
        </a:xfrm>
      </p:grpSpPr>
      <p:sp>
        <p:nvSpPr>
          <p:cNvPr id="867" name="Google Shape;867;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5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9" name="Google Shape;869;p5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70" name="Shape 870"/>
        <p:cNvGrpSpPr/>
        <p:nvPr/>
      </p:nvGrpSpPr>
      <p:grpSpPr>
        <a:xfrm>
          <a:off x="0" y="0"/>
          <a:ext cx="0" cy="0"/>
          <a:chOff x="0" y="0"/>
          <a:chExt cx="0" cy="0"/>
        </a:xfrm>
      </p:grpSpPr>
      <p:sp>
        <p:nvSpPr>
          <p:cNvPr id="871" name="Google Shape;871;p5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2" name="Google Shape;872;p5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3" name="Google Shape;873;p5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4" name="Google Shape;874;p5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75" name="Google Shape;875;p5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76" name="Shape 876"/>
        <p:cNvGrpSpPr/>
        <p:nvPr/>
      </p:nvGrpSpPr>
      <p:grpSpPr>
        <a:xfrm>
          <a:off x="0" y="0"/>
          <a:ext cx="0" cy="0"/>
          <a:chOff x="0" y="0"/>
          <a:chExt cx="0" cy="0"/>
        </a:xfrm>
      </p:grpSpPr>
      <p:sp>
        <p:nvSpPr>
          <p:cNvPr id="877" name="Google Shape;877;p5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8" name="Google Shape;878;p5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9" name="Google Shape;879;p5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0" name="Google Shape;880;p5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1" name="Google Shape;881;p5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2" name="Google Shape;882;p5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3" name="Google Shape;883;p5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84" name="Shape 884"/>
        <p:cNvGrpSpPr/>
        <p:nvPr/>
      </p:nvGrpSpPr>
      <p:grpSpPr>
        <a:xfrm>
          <a:off x="0" y="0"/>
          <a:ext cx="0" cy="0"/>
          <a:chOff x="0" y="0"/>
          <a:chExt cx="0" cy="0"/>
        </a:xfrm>
      </p:grpSpPr>
      <p:sp>
        <p:nvSpPr>
          <p:cNvPr id="885" name="Google Shape;885;p5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86" name="Google Shape;886;p5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7" name="Google Shape;887;p5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8" name="Google Shape;888;p5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9" name="Google Shape;889;p5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0" name="Google Shape;890;p5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1" name="Google Shape;891;p5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2" name="Google Shape;892;p5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3" name="Google Shape;893;p5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94" name="Shape 894"/>
        <p:cNvGrpSpPr/>
        <p:nvPr/>
      </p:nvGrpSpPr>
      <p:grpSpPr>
        <a:xfrm>
          <a:off x="0" y="0"/>
          <a:ext cx="0" cy="0"/>
          <a:chOff x="0" y="0"/>
          <a:chExt cx="0" cy="0"/>
        </a:xfrm>
      </p:grpSpPr>
      <p:sp>
        <p:nvSpPr>
          <p:cNvPr id="895" name="Google Shape;895;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6" name="Google Shape;896;p5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97" name="Shape 897"/>
        <p:cNvGrpSpPr/>
        <p:nvPr/>
      </p:nvGrpSpPr>
      <p:grpSpPr>
        <a:xfrm>
          <a:off x="0" y="0"/>
          <a:ext cx="0" cy="0"/>
          <a:chOff x="0" y="0"/>
          <a:chExt cx="0" cy="0"/>
        </a:xfrm>
      </p:grpSpPr>
      <p:sp>
        <p:nvSpPr>
          <p:cNvPr id="898" name="Google Shape;898;p5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99" name="Google Shape;899;p59"/>
          <p:cNvSpPr/>
          <p:nvPr>
            <p:ph idx="2" type="pic"/>
          </p:nvPr>
        </p:nvSpPr>
        <p:spPr>
          <a:xfrm>
            <a:off x="4804825" y="1133300"/>
            <a:ext cx="4027500" cy="2392800"/>
          </a:xfrm>
          <a:prstGeom prst="rect">
            <a:avLst/>
          </a:prstGeom>
          <a:noFill/>
          <a:ln>
            <a:noFill/>
          </a:ln>
        </p:spPr>
      </p:sp>
      <p:sp>
        <p:nvSpPr>
          <p:cNvPr id="900" name="Google Shape;900;p59"/>
          <p:cNvSpPr/>
          <p:nvPr>
            <p:ph idx="3" type="pic"/>
          </p:nvPr>
        </p:nvSpPr>
        <p:spPr>
          <a:xfrm>
            <a:off x="311725" y="1133300"/>
            <a:ext cx="4027500" cy="2392800"/>
          </a:xfrm>
          <a:prstGeom prst="rect">
            <a:avLst/>
          </a:prstGeom>
          <a:noFill/>
          <a:ln>
            <a:noFill/>
          </a:ln>
        </p:spPr>
      </p:sp>
      <p:sp>
        <p:nvSpPr>
          <p:cNvPr id="901" name="Google Shape;901;p5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2" name="Google Shape;90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3" name="Google Shape;903;p5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04" name="Google Shape;904;p5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05" name="Shape 905"/>
        <p:cNvGrpSpPr/>
        <p:nvPr/>
      </p:nvGrpSpPr>
      <p:grpSpPr>
        <a:xfrm>
          <a:off x="0" y="0"/>
          <a:ext cx="0" cy="0"/>
          <a:chOff x="0" y="0"/>
          <a:chExt cx="0" cy="0"/>
        </a:xfrm>
      </p:grpSpPr>
      <p:sp>
        <p:nvSpPr>
          <p:cNvPr id="906" name="Google Shape;906;p6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07" name="Google Shape;907;p60"/>
          <p:cNvSpPr/>
          <p:nvPr>
            <p:ph idx="2" type="pic"/>
          </p:nvPr>
        </p:nvSpPr>
        <p:spPr>
          <a:xfrm>
            <a:off x="6205225" y="1128325"/>
            <a:ext cx="2627100" cy="2273100"/>
          </a:xfrm>
          <a:prstGeom prst="rect">
            <a:avLst/>
          </a:prstGeom>
          <a:noFill/>
          <a:ln>
            <a:noFill/>
          </a:ln>
        </p:spPr>
      </p:sp>
      <p:sp>
        <p:nvSpPr>
          <p:cNvPr id="908" name="Google Shape;908;p60"/>
          <p:cNvSpPr/>
          <p:nvPr>
            <p:ph idx="3" type="pic"/>
          </p:nvPr>
        </p:nvSpPr>
        <p:spPr>
          <a:xfrm>
            <a:off x="311725" y="1128325"/>
            <a:ext cx="2627100" cy="2273100"/>
          </a:xfrm>
          <a:prstGeom prst="rect">
            <a:avLst/>
          </a:prstGeom>
          <a:noFill/>
          <a:ln>
            <a:noFill/>
          </a:ln>
        </p:spPr>
      </p:sp>
      <p:sp>
        <p:nvSpPr>
          <p:cNvPr id="909" name="Google Shape;909;p6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0" name="Google Shape;910;p60"/>
          <p:cNvSpPr/>
          <p:nvPr>
            <p:ph idx="5" type="pic"/>
          </p:nvPr>
        </p:nvSpPr>
        <p:spPr>
          <a:xfrm>
            <a:off x="3255250" y="1128325"/>
            <a:ext cx="2627100" cy="2273100"/>
          </a:xfrm>
          <a:prstGeom prst="rect">
            <a:avLst/>
          </a:prstGeom>
          <a:noFill/>
          <a:ln>
            <a:noFill/>
          </a:ln>
        </p:spPr>
      </p:sp>
      <p:sp>
        <p:nvSpPr>
          <p:cNvPr id="911" name="Google Shape;911;p6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2" name="Google Shape;912;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13" name="Google Shape;913;p6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4" name="Google Shape;914;p6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5" name="Google Shape;915;p6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916" name="Shape 916"/>
        <p:cNvGrpSpPr/>
        <p:nvPr/>
      </p:nvGrpSpPr>
      <p:grpSpPr>
        <a:xfrm>
          <a:off x="0" y="0"/>
          <a:ext cx="0" cy="0"/>
          <a:chOff x="0" y="0"/>
          <a:chExt cx="0" cy="0"/>
        </a:xfrm>
      </p:grpSpPr>
      <p:sp>
        <p:nvSpPr>
          <p:cNvPr id="917" name="Google Shape;917;p6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918" name="Shape 918"/>
        <p:cNvGrpSpPr/>
        <p:nvPr/>
      </p:nvGrpSpPr>
      <p:grpSpPr>
        <a:xfrm>
          <a:off x="0" y="0"/>
          <a:ext cx="0" cy="0"/>
          <a:chOff x="0" y="0"/>
          <a:chExt cx="0" cy="0"/>
        </a:xfrm>
      </p:grpSpPr>
      <p:sp>
        <p:nvSpPr>
          <p:cNvPr id="919" name="Google Shape;919;p62"/>
          <p:cNvSpPr/>
          <p:nvPr>
            <p:ph idx="2" type="pic"/>
          </p:nvPr>
        </p:nvSpPr>
        <p:spPr>
          <a:xfrm>
            <a:off x="3389600" y="118913"/>
            <a:ext cx="1643700" cy="1535100"/>
          </a:xfrm>
          <a:prstGeom prst="rect">
            <a:avLst/>
          </a:prstGeom>
          <a:noFill/>
          <a:ln>
            <a:noFill/>
          </a:ln>
        </p:spPr>
      </p:sp>
      <p:sp>
        <p:nvSpPr>
          <p:cNvPr id="920" name="Google Shape;920;p62"/>
          <p:cNvSpPr/>
          <p:nvPr>
            <p:ph idx="3" type="pic"/>
          </p:nvPr>
        </p:nvSpPr>
        <p:spPr>
          <a:xfrm>
            <a:off x="5195935" y="118913"/>
            <a:ext cx="1643700" cy="1535100"/>
          </a:xfrm>
          <a:prstGeom prst="rect">
            <a:avLst/>
          </a:prstGeom>
          <a:noFill/>
          <a:ln>
            <a:noFill/>
          </a:ln>
        </p:spPr>
      </p:sp>
      <p:sp>
        <p:nvSpPr>
          <p:cNvPr id="921" name="Google Shape;921;p62"/>
          <p:cNvSpPr/>
          <p:nvPr>
            <p:ph idx="4" type="pic"/>
          </p:nvPr>
        </p:nvSpPr>
        <p:spPr>
          <a:xfrm>
            <a:off x="7002270" y="118913"/>
            <a:ext cx="1643700" cy="1535100"/>
          </a:xfrm>
          <a:prstGeom prst="rect">
            <a:avLst/>
          </a:prstGeom>
          <a:noFill/>
          <a:ln>
            <a:noFill/>
          </a:ln>
        </p:spPr>
      </p:sp>
      <p:sp>
        <p:nvSpPr>
          <p:cNvPr id="922" name="Google Shape;922;p62"/>
          <p:cNvSpPr/>
          <p:nvPr>
            <p:ph idx="5" type="pic"/>
          </p:nvPr>
        </p:nvSpPr>
        <p:spPr>
          <a:xfrm>
            <a:off x="3389588" y="1804212"/>
            <a:ext cx="1643700" cy="1535100"/>
          </a:xfrm>
          <a:prstGeom prst="rect">
            <a:avLst/>
          </a:prstGeom>
          <a:noFill/>
          <a:ln>
            <a:noFill/>
          </a:ln>
        </p:spPr>
      </p:sp>
      <p:sp>
        <p:nvSpPr>
          <p:cNvPr id="923" name="Google Shape;923;p62"/>
          <p:cNvSpPr/>
          <p:nvPr>
            <p:ph idx="6" type="pic"/>
          </p:nvPr>
        </p:nvSpPr>
        <p:spPr>
          <a:xfrm>
            <a:off x="5195922" y="1804212"/>
            <a:ext cx="1643700" cy="1535100"/>
          </a:xfrm>
          <a:prstGeom prst="rect">
            <a:avLst/>
          </a:prstGeom>
          <a:noFill/>
          <a:ln>
            <a:noFill/>
          </a:ln>
        </p:spPr>
      </p:sp>
      <p:sp>
        <p:nvSpPr>
          <p:cNvPr id="924" name="Google Shape;924;p62"/>
          <p:cNvSpPr/>
          <p:nvPr>
            <p:ph idx="7" type="pic"/>
          </p:nvPr>
        </p:nvSpPr>
        <p:spPr>
          <a:xfrm>
            <a:off x="7002257" y="1804212"/>
            <a:ext cx="1643700" cy="1535100"/>
          </a:xfrm>
          <a:prstGeom prst="rect">
            <a:avLst/>
          </a:prstGeom>
          <a:noFill/>
          <a:ln>
            <a:noFill/>
          </a:ln>
        </p:spPr>
      </p:sp>
      <p:sp>
        <p:nvSpPr>
          <p:cNvPr id="925" name="Google Shape;925;p6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6" name="Google Shape;926;p62"/>
          <p:cNvSpPr/>
          <p:nvPr>
            <p:ph idx="8" type="pic"/>
          </p:nvPr>
        </p:nvSpPr>
        <p:spPr>
          <a:xfrm>
            <a:off x="3389588" y="3489487"/>
            <a:ext cx="1643700" cy="1535100"/>
          </a:xfrm>
          <a:prstGeom prst="rect">
            <a:avLst/>
          </a:prstGeom>
          <a:noFill/>
          <a:ln>
            <a:noFill/>
          </a:ln>
        </p:spPr>
      </p:sp>
      <p:sp>
        <p:nvSpPr>
          <p:cNvPr id="927" name="Google Shape;927;p62"/>
          <p:cNvSpPr/>
          <p:nvPr>
            <p:ph idx="9" type="pic"/>
          </p:nvPr>
        </p:nvSpPr>
        <p:spPr>
          <a:xfrm>
            <a:off x="5195922" y="3489487"/>
            <a:ext cx="1643700" cy="1535100"/>
          </a:xfrm>
          <a:prstGeom prst="rect">
            <a:avLst/>
          </a:prstGeom>
          <a:noFill/>
          <a:ln>
            <a:noFill/>
          </a:ln>
        </p:spPr>
      </p:sp>
      <p:sp>
        <p:nvSpPr>
          <p:cNvPr id="928" name="Google Shape;928;p6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52" name="Google Shape;52;p13"/>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53" name="Google Shape;53;p13"/>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63"/>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latin typeface="Sora"/>
              <a:ea typeface="Sora"/>
              <a:cs typeface="Sora"/>
              <a:sym typeface="Sora"/>
            </a:endParaRPr>
          </a:p>
        </p:txBody>
      </p:sp>
      <p:sp>
        <p:nvSpPr>
          <p:cNvPr id="934" name="Google Shape;934;p63"/>
          <p:cNvSpPr txBox="1"/>
          <p:nvPr>
            <p:ph type="title"/>
          </p:nvPr>
        </p:nvSpPr>
        <p:spPr>
          <a:xfrm>
            <a:off x="74600" y="2066300"/>
            <a:ext cx="5876700" cy="226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Logistical Model for fruit fly infestation</a:t>
            </a:r>
            <a:endParaRPr>
              <a:solidFill>
                <a:schemeClr val="dk2"/>
              </a:solidFill>
            </a:endParaRPr>
          </a:p>
        </p:txBody>
      </p:sp>
      <p:sp>
        <p:nvSpPr>
          <p:cNvPr id="935" name="Google Shape;935;p63"/>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James Appel, Nicholas Hartawan, Carson Bountry</a:t>
            </a:r>
            <a:endParaRPr>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64"/>
          <p:cNvSpPr txBox="1"/>
          <p:nvPr>
            <p:ph idx="3" type="title"/>
          </p:nvPr>
        </p:nvSpPr>
        <p:spPr>
          <a:xfrm>
            <a:off x="115025" y="471075"/>
            <a:ext cx="3941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did We do?</a:t>
            </a:r>
            <a:endParaRPr/>
          </a:p>
        </p:txBody>
      </p:sp>
      <p:sp>
        <p:nvSpPr>
          <p:cNvPr id="941" name="Google Shape;941;p64"/>
          <p:cNvSpPr txBox="1"/>
          <p:nvPr>
            <p:ph idx="17" type="title"/>
          </p:nvPr>
        </p:nvSpPr>
        <p:spPr>
          <a:xfrm>
            <a:off x="228600" y="4748070"/>
            <a:ext cx="1939200" cy="189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Year/Quarter/Month</a:t>
            </a:r>
            <a:endParaRPr/>
          </a:p>
        </p:txBody>
      </p:sp>
      <p:sp>
        <p:nvSpPr>
          <p:cNvPr id="942" name="Google Shape;942;p6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Company Name</a:t>
            </a:r>
            <a:endParaRPr/>
          </a:p>
        </p:txBody>
      </p:sp>
      <p:sp>
        <p:nvSpPr>
          <p:cNvPr id="943" name="Google Shape;943;p64"/>
          <p:cNvSpPr txBox="1"/>
          <p:nvPr>
            <p:ph idx="5" type="subTitle"/>
          </p:nvPr>
        </p:nvSpPr>
        <p:spPr>
          <a:xfrm>
            <a:off x="4482800" y="3195787"/>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5</a:t>
            </a:r>
            <a:r>
              <a:rPr b="0" lang="en"/>
              <a:t>.</a:t>
            </a:r>
            <a:endParaRPr b="0"/>
          </a:p>
        </p:txBody>
      </p:sp>
      <p:sp>
        <p:nvSpPr>
          <p:cNvPr id="944" name="Google Shape;944;p64"/>
          <p:cNvSpPr txBox="1"/>
          <p:nvPr>
            <p:ph idx="6" type="subTitle"/>
          </p:nvPr>
        </p:nvSpPr>
        <p:spPr>
          <a:xfrm>
            <a:off x="4482800" y="2894863"/>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Create A Model to Predict Fruit Fly Outbreaks</a:t>
            </a:r>
            <a:endParaRPr/>
          </a:p>
        </p:txBody>
      </p:sp>
      <p:sp>
        <p:nvSpPr>
          <p:cNvPr id="945" name="Google Shape;945;p64"/>
          <p:cNvSpPr txBox="1"/>
          <p:nvPr>
            <p:ph idx="7" type="subTitle"/>
          </p:nvPr>
        </p:nvSpPr>
        <p:spPr>
          <a:xfrm>
            <a:off x="4482800" y="266200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4</a:t>
            </a:r>
            <a:r>
              <a:rPr b="0" lang="en"/>
              <a:t>.</a:t>
            </a:r>
            <a:endParaRPr b="0"/>
          </a:p>
        </p:txBody>
      </p:sp>
      <p:sp>
        <p:nvSpPr>
          <p:cNvPr id="946" name="Google Shape;946;p64"/>
          <p:cNvSpPr txBox="1"/>
          <p:nvPr>
            <p:ph idx="8" type="subTitle"/>
          </p:nvPr>
        </p:nvSpPr>
        <p:spPr>
          <a:xfrm>
            <a:off x="4482800" y="2361863"/>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Compile Data into a Master Dataset</a:t>
            </a:r>
            <a:endParaRPr/>
          </a:p>
        </p:txBody>
      </p:sp>
      <p:sp>
        <p:nvSpPr>
          <p:cNvPr id="947" name="Google Shape;947;p64"/>
          <p:cNvSpPr txBox="1"/>
          <p:nvPr>
            <p:ph idx="9" type="subTitle"/>
          </p:nvPr>
        </p:nvSpPr>
        <p:spPr>
          <a:xfrm>
            <a:off x="4482800" y="212900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3.</a:t>
            </a:r>
            <a:endParaRPr b="0"/>
          </a:p>
        </p:txBody>
      </p:sp>
      <p:sp>
        <p:nvSpPr>
          <p:cNvPr id="948" name="Google Shape;948;p64"/>
          <p:cNvSpPr txBox="1"/>
          <p:nvPr>
            <p:ph idx="13" type="subTitle"/>
          </p:nvPr>
        </p:nvSpPr>
        <p:spPr>
          <a:xfrm>
            <a:off x="4482800" y="1829238"/>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Aggregate Data into Meaningful Forms</a:t>
            </a:r>
            <a:endParaRPr/>
          </a:p>
        </p:txBody>
      </p:sp>
      <p:sp>
        <p:nvSpPr>
          <p:cNvPr id="949" name="Google Shape;949;p64"/>
          <p:cNvSpPr txBox="1"/>
          <p:nvPr>
            <p:ph idx="14" type="subTitle"/>
          </p:nvPr>
        </p:nvSpPr>
        <p:spPr>
          <a:xfrm>
            <a:off x="4482800" y="1596375"/>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2</a:t>
            </a:r>
            <a:r>
              <a:rPr b="0" lang="en"/>
              <a:t>.</a:t>
            </a:r>
            <a:endParaRPr b="0"/>
          </a:p>
        </p:txBody>
      </p:sp>
      <p:sp>
        <p:nvSpPr>
          <p:cNvPr id="950" name="Google Shape;950;p64"/>
          <p:cNvSpPr txBox="1"/>
          <p:nvPr>
            <p:ph idx="15" type="subTitle"/>
          </p:nvPr>
        </p:nvSpPr>
        <p:spPr>
          <a:xfrm>
            <a:off x="4482800" y="1296613"/>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Query Data Across Various Sources</a:t>
            </a:r>
            <a:endParaRPr/>
          </a:p>
        </p:txBody>
      </p:sp>
      <p:sp>
        <p:nvSpPr>
          <p:cNvPr id="951" name="Google Shape;951;p64"/>
          <p:cNvSpPr txBox="1"/>
          <p:nvPr>
            <p:ph idx="16" type="subTitle"/>
          </p:nvPr>
        </p:nvSpPr>
        <p:spPr>
          <a:xfrm>
            <a:off x="4482800" y="106375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1</a:t>
            </a:r>
            <a:r>
              <a:rPr b="0" lang="en"/>
              <a:t>.</a:t>
            </a:r>
            <a:endParaRPr b="0"/>
          </a:p>
        </p:txBody>
      </p:sp>
      <p:sp>
        <p:nvSpPr>
          <p:cNvPr id="952" name="Google Shape;952;p64"/>
          <p:cNvSpPr txBox="1"/>
          <p:nvPr>
            <p:ph idx="1" type="subTitle"/>
          </p:nvPr>
        </p:nvSpPr>
        <p:spPr>
          <a:xfrm>
            <a:off x="4482800" y="3963975"/>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Analyze Results To Make Insights</a:t>
            </a:r>
            <a:endParaRPr/>
          </a:p>
        </p:txBody>
      </p:sp>
      <p:sp>
        <p:nvSpPr>
          <p:cNvPr id="953" name="Google Shape;953;p64"/>
          <p:cNvSpPr txBox="1"/>
          <p:nvPr>
            <p:ph idx="2" type="subTitle"/>
          </p:nvPr>
        </p:nvSpPr>
        <p:spPr>
          <a:xfrm>
            <a:off x="4482800" y="3731112"/>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6.</a:t>
            </a:r>
            <a:endParaRPr b="0"/>
          </a:p>
        </p:txBody>
      </p:sp>
      <p:sp>
        <p:nvSpPr>
          <p:cNvPr id="954" name="Google Shape;954;p64"/>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Visualize Predictions in a Web Interface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65"/>
          <p:cNvSpPr txBox="1"/>
          <p:nvPr>
            <p:ph type="title"/>
          </p:nvPr>
        </p:nvSpPr>
        <p:spPr>
          <a:xfrm>
            <a:off x="115025" y="957300"/>
            <a:ext cx="6507000" cy="9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Goals of the project.</a:t>
            </a:r>
            <a:endParaRPr/>
          </a:p>
        </p:txBody>
      </p:sp>
      <p:sp>
        <p:nvSpPr>
          <p:cNvPr id="960" name="Google Shape;960;p65"/>
          <p:cNvSpPr txBox="1"/>
          <p:nvPr>
            <p:ph idx="1" type="subTitle"/>
          </p:nvPr>
        </p:nvSpPr>
        <p:spPr>
          <a:xfrm>
            <a:off x="35550" y="1650650"/>
            <a:ext cx="6238200" cy="14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t>To make a model that will help visualize map and predict potential fruit </a:t>
            </a:r>
            <a:r>
              <a:rPr b="1" lang="en"/>
              <a:t>fly</a:t>
            </a:r>
            <a:r>
              <a:rPr b="1" lang="en"/>
              <a:t> infestations </a:t>
            </a:r>
            <a:endParaRPr b="1"/>
          </a:p>
          <a:p>
            <a:pPr indent="0" lvl="0" marL="0" rtl="0" algn="l">
              <a:spcBef>
                <a:spcPts val="1000"/>
              </a:spcBef>
              <a:spcAft>
                <a:spcPts val="0"/>
              </a:spcAft>
              <a:buNone/>
            </a:pPr>
            <a:r>
              <a:rPr b="1" lang="en"/>
              <a:t>In the united states.</a:t>
            </a:r>
            <a:endParaRPr b="1"/>
          </a:p>
          <a:p>
            <a:pPr indent="0" lvl="0" marL="0" rtl="0" algn="l">
              <a:spcBef>
                <a:spcPts val="1000"/>
              </a:spcBef>
              <a:spcAft>
                <a:spcPts val="1000"/>
              </a:spcAft>
              <a:buNone/>
            </a:pPr>
            <a:r>
              <a:rPr lang="en">
                <a:latin typeface="Sora Light"/>
                <a:ea typeface="Sora Light"/>
                <a:cs typeface="Sora Light"/>
                <a:sym typeface="Sora Light"/>
              </a:rPr>
              <a:t>To do this we found data on the fruit exports, weather, fruit imports per us county in the states of California, Texas, and florida. From this we calculated risk factors and mapped them to maps of the U.S. We were going to train a model on our data to predict </a:t>
            </a:r>
            <a:r>
              <a:rPr lang="en">
                <a:latin typeface="Sora Light"/>
                <a:ea typeface="Sora Light"/>
                <a:cs typeface="Sora Light"/>
                <a:sym typeface="Sora Light"/>
              </a:rPr>
              <a:t>future</a:t>
            </a:r>
            <a:r>
              <a:rPr lang="en">
                <a:latin typeface="Sora Light"/>
                <a:ea typeface="Sora Light"/>
                <a:cs typeface="Sora Light"/>
                <a:sym typeface="Sora Light"/>
              </a:rPr>
              <a:t> outbreaks and to map the spread of flys to neboring couties based on our risk factors.</a:t>
            </a:r>
            <a:endParaRPr>
              <a:latin typeface="Sora Light"/>
              <a:ea typeface="Sora Light"/>
              <a:cs typeface="Sora Light"/>
              <a:sym typeface="Sora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66"/>
          <p:cNvSpPr/>
          <p:nvPr/>
        </p:nvSpPr>
        <p:spPr>
          <a:xfrm flipH="1" rot="10800000">
            <a:off x="3820750" y="2732038"/>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6" name="Google Shape;966;p66"/>
          <p:cNvSpPr/>
          <p:nvPr/>
        </p:nvSpPr>
        <p:spPr>
          <a:xfrm flipH="1" rot="10800000">
            <a:off x="3820750" y="3540963"/>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7" name="Google Shape;967;p66"/>
          <p:cNvSpPr/>
          <p:nvPr/>
        </p:nvSpPr>
        <p:spPr>
          <a:xfrm>
            <a:off x="228600" y="2127275"/>
            <a:ext cx="739800" cy="41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ra"/>
              <a:ea typeface="Sora"/>
              <a:cs typeface="Sora"/>
              <a:sym typeface="Sora"/>
            </a:endParaRPr>
          </a:p>
        </p:txBody>
      </p:sp>
      <p:sp>
        <p:nvSpPr>
          <p:cNvPr id="968" name="Google Shape;968;p66"/>
          <p:cNvSpPr/>
          <p:nvPr/>
        </p:nvSpPr>
        <p:spPr>
          <a:xfrm>
            <a:off x="228600" y="2936226"/>
            <a:ext cx="739800" cy="41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ra"/>
              <a:ea typeface="Sora"/>
              <a:cs typeface="Sora"/>
              <a:sym typeface="Sora"/>
            </a:endParaRPr>
          </a:p>
        </p:txBody>
      </p:sp>
      <p:sp>
        <p:nvSpPr>
          <p:cNvPr id="969" name="Google Shape;969;p66"/>
          <p:cNvSpPr/>
          <p:nvPr/>
        </p:nvSpPr>
        <p:spPr>
          <a:xfrm>
            <a:off x="228600" y="3745177"/>
            <a:ext cx="739800" cy="419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Sora"/>
              <a:ea typeface="Sora"/>
              <a:cs typeface="Sora"/>
              <a:sym typeface="Sora"/>
            </a:endParaRPr>
          </a:p>
        </p:txBody>
      </p:sp>
      <p:sp>
        <p:nvSpPr>
          <p:cNvPr id="970" name="Google Shape;970;p66"/>
          <p:cNvSpPr/>
          <p:nvPr/>
        </p:nvSpPr>
        <p:spPr>
          <a:xfrm flipH="1" rot="10800000">
            <a:off x="3820750" y="1949113"/>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solidFill>
                <a:schemeClr val="lt1"/>
              </a:solidFill>
              <a:latin typeface="Sora"/>
              <a:ea typeface="Sora"/>
              <a:cs typeface="Sora"/>
              <a:sym typeface="Sora"/>
            </a:endParaRPr>
          </a:p>
        </p:txBody>
      </p:sp>
      <p:sp>
        <p:nvSpPr>
          <p:cNvPr id="971" name="Google Shape;971;p66"/>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Plan what we wanted to do and how we wanted to tackle the problem</a:t>
            </a:r>
            <a:endParaRPr/>
          </a:p>
        </p:txBody>
      </p:sp>
      <p:sp>
        <p:nvSpPr>
          <p:cNvPr id="972" name="Google Shape;972;p66"/>
          <p:cNvSpPr txBox="1"/>
          <p:nvPr>
            <p:ph idx="6" type="title"/>
          </p:nvPr>
        </p:nvSpPr>
        <p:spPr>
          <a:xfrm>
            <a:off x="3820750" y="1992625"/>
            <a:ext cx="3350700" cy="688800"/>
          </a:xfrm>
          <a:prstGeom prst="rect">
            <a:avLst/>
          </a:prstGeom>
        </p:spPr>
        <p:txBody>
          <a:bodyPr anchorCtr="0" anchor="ctr" bIns="91425" lIns="0" spcFirstLastPara="1" rIns="91425" wrap="square" tIns="91425">
            <a:noAutofit/>
          </a:bodyPr>
          <a:lstStyle/>
          <a:p>
            <a:pPr indent="0" lvl="0" marL="0" rtl="0" algn="l">
              <a:lnSpc>
                <a:spcPct val="115000"/>
              </a:lnSpc>
              <a:spcBef>
                <a:spcPts val="0"/>
              </a:spcBef>
              <a:spcAft>
                <a:spcPts val="0"/>
              </a:spcAft>
              <a:buNone/>
            </a:pPr>
            <a:r>
              <a:rPr lang="en"/>
              <a:t>We created multiple plans and wrote our thoughts out on the whiteboard. We split up the different tasks and small problems to come together and make a overall solution to complete the prompt.</a:t>
            </a:r>
            <a:endParaRPr/>
          </a:p>
        </p:txBody>
      </p:sp>
      <p:sp>
        <p:nvSpPr>
          <p:cNvPr id="973" name="Google Shape;973;p66"/>
          <p:cNvSpPr txBox="1"/>
          <p:nvPr>
            <p:ph idx="7" type="title"/>
          </p:nvPr>
        </p:nvSpPr>
        <p:spPr>
          <a:xfrm>
            <a:off x="3820750" y="2801550"/>
            <a:ext cx="5094600" cy="688800"/>
          </a:xfrm>
          <a:prstGeom prst="rect">
            <a:avLst/>
          </a:prstGeom>
        </p:spPr>
        <p:txBody>
          <a:bodyPr anchorCtr="0" anchor="ctr" bIns="91425" lIns="0" spcFirstLastPara="1" rIns="91425" wrap="square" tIns="91425">
            <a:noAutofit/>
          </a:bodyPr>
          <a:lstStyle/>
          <a:p>
            <a:pPr indent="0" lvl="0" marL="0" rtl="0" algn="l">
              <a:lnSpc>
                <a:spcPct val="115000"/>
              </a:lnSpc>
              <a:spcBef>
                <a:spcPts val="0"/>
              </a:spcBef>
              <a:spcAft>
                <a:spcPts val="0"/>
              </a:spcAft>
              <a:buNone/>
            </a:pPr>
            <a:r>
              <a:rPr lang="en"/>
              <a:t>There were various bugs and various coding languages that we wanted to do but couldn’t as we didn’t have the knowledge to certain tasks. We managed and worked together to take our experiences and implement problem solutions. We also used our resources to our advantage.</a:t>
            </a:r>
            <a:endParaRPr/>
          </a:p>
        </p:txBody>
      </p:sp>
      <p:sp>
        <p:nvSpPr>
          <p:cNvPr id="974" name="Google Shape;974;p66"/>
          <p:cNvSpPr txBox="1"/>
          <p:nvPr>
            <p:ph idx="8" type="title"/>
          </p:nvPr>
        </p:nvSpPr>
        <p:spPr>
          <a:xfrm>
            <a:off x="3820750" y="3610475"/>
            <a:ext cx="5094600" cy="688800"/>
          </a:xfrm>
          <a:prstGeom prst="rect">
            <a:avLst/>
          </a:prstGeom>
        </p:spPr>
        <p:txBody>
          <a:bodyPr anchorCtr="0" anchor="ctr" bIns="91425" lIns="0" spcFirstLastPara="1" rIns="91425" wrap="square" tIns="91425">
            <a:noAutofit/>
          </a:bodyPr>
          <a:lstStyle/>
          <a:p>
            <a:pPr indent="0" lvl="0" marL="0" rtl="0" algn="l">
              <a:lnSpc>
                <a:spcPct val="115000"/>
              </a:lnSpc>
              <a:spcBef>
                <a:spcPts val="0"/>
              </a:spcBef>
              <a:spcAft>
                <a:spcPts val="0"/>
              </a:spcAft>
              <a:buNone/>
            </a:pPr>
            <a:r>
              <a:rPr lang="en"/>
              <a:t>We struggled to make haste as we weren’t sure what we wanted to do. </a:t>
            </a:r>
            <a:r>
              <a:rPr lang="en"/>
              <a:t>However, once we got started we came up with a plan and powered through our project. We assigned roles and tasks for everyone to do and made plans to meet up in case we were tired and needed to go to bed.</a:t>
            </a:r>
            <a:endParaRPr/>
          </a:p>
        </p:txBody>
      </p:sp>
      <p:sp>
        <p:nvSpPr>
          <p:cNvPr id="975" name="Google Shape;975;p66"/>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a:latin typeface="IBM Plex Sans Medium"/>
                <a:ea typeface="IBM Plex Sans Medium"/>
                <a:cs typeface="IBM Plex Sans Medium"/>
                <a:sym typeface="IBM Plex Sans Medium"/>
              </a:rPr>
              <a:t>Potential challenge</a:t>
            </a:r>
            <a:endParaRPr>
              <a:latin typeface="IBM Plex Sans Medium"/>
              <a:ea typeface="IBM Plex Sans Medium"/>
              <a:cs typeface="IBM Plex Sans Medium"/>
              <a:sym typeface="IBM Plex Sans Medium"/>
            </a:endParaRPr>
          </a:p>
        </p:txBody>
      </p:sp>
      <p:sp>
        <p:nvSpPr>
          <p:cNvPr id="976" name="Google Shape;976;p66"/>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p>
            <a:pPr indent="0" lvl="0" marL="0" rtl="0" algn="l">
              <a:lnSpc>
                <a:spcPct val="115000"/>
              </a:lnSpc>
              <a:spcBef>
                <a:spcPts val="0"/>
              </a:spcBef>
              <a:spcAft>
                <a:spcPts val="0"/>
              </a:spcAft>
              <a:buNone/>
            </a:pPr>
            <a:r>
              <a:rPr lang="en">
                <a:latin typeface="IBM Plex Sans Medium"/>
                <a:ea typeface="IBM Plex Sans Medium"/>
                <a:cs typeface="IBM Plex Sans Medium"/>
                <a:sym typeface="IBM Plex Sans Medium"/>
              </a:rPr>
              <a:t>How we’ll respond</a:t>
            </a:r>
            <a:endParaRPr>
              <a:latin typeface="IBM Plex Sans Medium"/>
              <a:ea typeface="IBM Plex Sans Medium"/>
              <a:cs typeface="IBM Plex Sans Medium"/>
              <a:sym typeface="IBM Plex Sans Medium"/>
            </a:endParaRPr>
          </a:p>
        </p:txBody>
      </p:sp>
      <p:sp>
        <p:nvSpPr>
          <p:cNvPr id="977" name="Google Shape;977;p66"/>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Coding errors and bugs, we also didn’t know what language we wanted to write in</a:t>
            </a:r>
            <a:endParaRPr/>
          </a:p>
        </p:txBody>
      </p:sp>
      <p:sp>
        <p:nvSpPr>
          <p:cNvPr id="978" name="Google Shape;978;p66"/>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Time management and teamwork. Also the fact of sleep deprivation</a:t>
            </a:r>
            <a:endParaRPr/>
          </a:p>
        </p:txBody>
      </p:sp>
      <p:sp>
        <p:nvSpPr>
          <p:cNvPr id="979" name="Google Shape;979;p66"/>
          <p:cNvSpPr txBox="1"/>
          <p:nvPr>
            <p:ph idx="15" type="title"/>
          </p:nvPr>
        </p:nvSpPr>
        <p:spPr>
          <a:xfrm>
            <a:off x="228600" y="4773281"/>
            <a:ext cx="1939200" cy="18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Year/Quarter/Month</a:t>
            </a:r>
            <a:endParaRPr/>
          </a:p>
        </p:txBody>
      </p:sp>
      <p:sp>
        <p:nvSpPr>
          <p:cNvPr id="980" name="Google Shape;980;p66"/>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Company Name</a:t>
            </a:r>
            <a:endParaRPr/>
          </a:p>
        </p:txBody>
      </p:sp>
      <p:sp>
        <p:nvSpPr>
          <p:cNvPr id="981" name="Google Shape;981;p66"/>
          <p:cNvSpPr txBox="1"/>
          <p:nvPr>
            <p:ph idx="13" type="title"/>
          </p:nvPr>
        </p:nvSpPr>
        <p:spPr>
          <a:xfrm>
            <a:off x="115025" y="502775"/>
            <a:ext cx="64404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Challenges we faced</a:t>
            </a:r>
            <a:endParaRPr/>
          </a:p>
        </p:txBody>
      </p:sp>
      <p:sp>
        <p:nvSpPr>
          <p:cNvPr id="982" name="Google Shape;982;p66"/>
          <p:cNvSpPr txBox="1"/>
          <p:nvPr>
            <p:ph idx="14" type="title"/>
          </p:nvPr>
        </p:nvSpPr>
        <p:spPr>
          <a:xfrm>
            <a:off x="228600" y="2127325"/>
            <a:ext cx="739800" cy="41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983" name="Google Shape;983;p66"/>
          <p:cNvSpPr txBox="1"/>
          <p:nvPr>
            <p:ph idx="16" type="title"/>
          </p:nvPr>
        </p:nvSpPr>
        <p:spPr>
          <a:xfrm>
            <a:off x="228600" y="2936225"/>
            <a:ext cx="739800" cy="41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984" name="Google Shape;984;p66"/>
          <p:cNvSpPr txBox="1"/>
          <p:nvPr>
            <p:ph idx="17" type="title"/>
          </p:nvPr>
        </p:nvSpPr>
        <p:spPr>
          <a:xfrm>
            <a:off x="228600" y="3745125"/>
            <a:ext cx="739800" cy="41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67"/>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Year/Quarter/Month</a:t>
            </a:r>
            <a:endParaRPr/>
          </a:p>
        </p:txBody>
      </p:sp>
      <p:sp>
        <p:nvSpPr>
          <p:cNvPr id="990" name="Google Shape;990;p6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Company Name</a:t>
            </a:r>
            <a:endParaRPr/>
          </a:p>
        </p:txBody>
      </p:sp>
      <p:sp>
        <p:nvSpPr>
          <p:cNvPr id="991" name="Google Shape;991;p67"/>
          <p:cNvSpPr txBox="1"/>
          <p:nvPr>
            <p:ph idx="2" type="title"/>
          </p:nvPr>
        </p:nvSpPr>
        <p:spPr>
          <a:xfrm>
            <a:off x="115025" y="502775"/>
            <a:ext cx="5400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Data Processing</a:t>
            </a:r>
            <a:endParaRPr/>
          </a:p>
        </p:txBody>
      </p:sp>
      <p:sp>
        <p:nvSpPr>
          <p:cNvPr id="992" name="Google Shape;992;p67"/>
          <p:cNvSpPr txBox="1"/>
          <p:nvPr/>
        </p:nvSpPr>
        <p:spPr>
          <a:xfrm>
            <a:off x="323500" y="1407175"/>
            <a:ext cx="6696300" cy="22215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Sora"/>
              <a:buChar char="●"/>
            </a:pPr>
            <a:r>
              <a:rPr lang="en" sz="1500">
                <a:solidFill>
                  <a:schemeClr val="lt1"/>
                </a:solidFill>
                <a:latin typeface="Sora"/>
                <a:ea typeface="Sora"/>
                <a:cs typeface="Sora"/>
                <a:sym typeface="Sora"/>
              </a:rPr>
              <a:t>Climate data scaling for fruit flies</a:t>
            </a:r>
            <a:endParaRPr sz="1500">
              <a:solidFill>
                <a:schemeClr val="lt1"/>
              </a:solidFill>
              <a:latin typeface="Sora"/>
              <a:ea typeface="Sora"/>
              <a:cs typeface="Sora"/>
              <a:sym typeface="Sora"/>
            </a:endParaRPr>
          </a:p>
          <a:p>
            <a:pPr indent="-323850" lvl="0" marL="457200" rtl="0" algn="l">
              <a:spcBef>
                <a:spcPts val="0"/>
              </a:spcBef>
              <a:spcAft>
                <a:spcPts val="0"/>
              </a:spcAft>
              <a:buClr>
                <a:schemeClr val="lt1"/>
              </a:buClr>
              <a:buSzPts val="1500"/>
              <a:buFont typeface="Sora"/>
              <a:buChar char="●"/>
            </a:pPr>
            <a:r>
              <a:rPr lang="en" sz="1500">
                <a:solidFill>
                  <a:schemeClr val="lt1"/>
                </a:solidFill>
                <a:latin typeface="Sora"/>
                <a:ea typeface="Sora"/>
                <a:cs typeface="Sora"/>
                <a:sym typeface="Sora"/>
              </a:rPr>
              <a:t>County neighbor spread risks</a:t>
            </a:r>
            <a:endParaRPr sz="1500">
              <a:solidFill>
                <a:schemeClr val="lt1"/>
              </a:solidFill>
              <a:latin typeface="Sora"/>
              <a:ea typeface="Sora"/>
              <a:cs typeface="Sora"/>
              <a:sym typeface="Sora"/>
            </a:endParaRPr>
          </a:p>
          <a:p>
            <a:pPr indent="-323850" lvl="0" marL="457200" rtl="0" algn="l">
              <a:spcBef>
                <a:spcPts val="0"/>
              </a:spcBef>
              <a:spcAft>
                <a:spcPts val="0"/>
              </a:spcAft>
              <a:buClr>
                <a:schemeClr val="lt1"/>
              </a:buClr>
              <a:buSzPts val="1500"/>
              <a:buFont typeface="Sora"/>
              <a:buChar char="●"/>
            </a:pPr>
            <a:r>
              <a:rPr lang="en" sz="1500">
                <a:solidFill>
                  <a:schemeClr val="lt1"/>
                </a:solidFill>
                <a:latin typeface="Sora"/>
                <a:ea typeface="Sora"/>
                <a:cs typeface="Sora"/>
                <a:sym typeface="Sora"/>
              </a:rPr>
              <a:t>Land usage for fruit exports</a:t>
            </a:r>
            <a:endParaRPr sz="1500">
              <a:solidFill>
                <a:schemeClr val="lt1"/>
              </a:solidFill>
              <a:latin typeface="Sora"/>
              <a:ea typeface="Sora"/>
              <a:cs typeface="Sora"/>
              <a:sym typeface="Sora"/>
            </a:endParaRPr>
          </a:p>
          <a:p>
            <a:pPr indent="-323850" lvl="0" marL="457200" rtl="0" algn="l">
              <a:spcBef>
                <a:spcPts val="0"/>
              </a:spcBef>
              <a:spcAft>
                <a:spcPts val="0"/>
              </a:spcAft>
              <a:buClr>
                <a:schemeClr val="lt1"/>
              </a:buClr>
              <a:buSzPts val="1500"/>
              <a:buFont typeface="Sora"/>
              <a:buChar char="●"/>
            </a:pPr>
            <a:r>
              <a:rPr lang="en" sz="1500">
                <a:solidFill>
                  <a:schemeClr val="lt1"/>
                </a:solidFill>
                <a:latin typeface="Sora"/>
                <a:ea typeface="Sora"/>
                <a:cs typeface="Sora"/>
                <a:sym typeface="Sora"/>
              </a:rPr>
              <a:t>County risks are normalized</a:t>
            </a:r>
            <a:endParaRPr sz="1500">
              <a:solidFill>
                <a:schemeClr val="lt1"/>
              </a:solidFill>
              <a:latin typeface="Sora"/>
              <a:ea typeface="Sora"/>
              <a:cs typeface="Sora"/>
              <a:sym typeface="S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6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Company Name</a:t>
            </a:r>
            <a:endParaRPr/>
          </a:p>
        </p:txBody>
      </p:sp>
      <p:sp>
        <p:nvSpPr>
          <p:cNvPr id="998" name="Google Shape;998;p68"/>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Year/Quarter/Month</a:t>
            </a:r>
            <a:endParaRPr/>
          </a:p>
        </p:txBody>
      </p:sp>
      <p:sp>
        <p:nvSpPr>
          <p:cNvPr id="999" name="Google Shape;999;p68"/>
          <p:cNvSpPr txBox="1"/>
          <p:nvPr>
            <p:ph type="title"/>
          </p:nvPr>
        </p:nvSpPr>
        <p:spPr>
          <a:xfrm>
            <a:off x="115025" y="502775"/>
            <a:ext cx="5829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Data Ingestion</a:t>
            </a:r>
            <a:endParaRPr/>
          </a:p>
        </p:txBody>
      </p:sp>
      <p:sp>
        <p:nvSpPr>
          <p:cNvPr id="1000" name="Google Shape;1000;p68"/>
          <p:cNvSpPr txBox="1"/>
          <p:nvPr/>
        </p:nvSpPr>
        <p:spPr>
          <a:xfrm>
            <a:off x="549925" y="1665975"/>
            <a:ext cx="6159000" cy="2657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Sora"/>
              <a:buChar char="●"/>
            </a:pPr>
            <a:r>
              <a:rPr lang="en">
                <a:solidFill>
                  <a:schemeClr val="lt1"/>
                </a:solidFill>
                <a:latin typeface="Sora"/>
                <a:ea typeface="Sora"/>
                <a:cs typeface="Sora"/>
                <a:sym typeface="Sora"/>
              </a:rPr>
              <a:t>Data Sources</a:t>
            </a:r>
            <a:endParaRPr>
              <a:solidFill>
                <a:schemeClr val="lt1"/>
              </a:solidFill>
              <a:latin typeface="Sora"/>
              <a:ea typeface="Sora"/>
              <a:cs typeface="Sora"/>
              <a:sym typeface="Sora"/>
            </a:endParaRPr>
          </a:p>
          <a:p>
            <a:pPr indent="-317500" lvl="1" marL="914400" rtl="0" algn="l">
              <a:spcBef>
                <a:spcPts val="0"/>
              </a:spcBef>
              <a:spcAft>
                <a:spcPts val="0"/>
              </a:spcAft>
              <a:buClr>
                <a:schemeClr val="lt1"/>
              </a:buClr>
              <a:buSzPts val="1400"/>
              <a:buFont typeface="Sora"/>
              <a:buChar char="○"/>
            </a:pPr>
            <a:r>
              <a:rPr lang="en">
                <a:solidFill>
                  <a:schemeClr val="lt1"/>
                </a:solidFill>
                <a:latin typeface="Sora"/>
                <a:ea typeface="Sora"/>
                <a:cs typeface="Sora"/>
                <a:sym typeface="Sora"/>
              </a:rPr>
              <a:t>US Census </a:t>
            </a:r>
            <a:r>
              <a:rPr lang="en">
                <a:solidFill>
                  <a:schemeClr val="lt1"/>
                </a:solidFill>
                <a:latin typeface="Sora"/>
                <a:ea typeface="Sora"/>
                <a:cs typeface="Sora"/>
                <a:sym typeface="Sora"/>
              </a:rPr>
              <a:t>Bureau</a:t>
            </a:r>
            <a:endParaRPr>
              <a:solidFill>
                <a:schemeClr val="lt1"/>
              </a:solidFill>
              <a:latin typeface="Sora"/>
              <a:ea typeface="Sora"/>
              <a:cs typeface="Sora"/>
              <a:sym typeface="Sora"/>
            </a:endParaRPr>
          </a:p>
          <a:p>
            <a:pPr indent="-317500" lvl="2" marL="1371600" rtl="0" algn="l">
              <a:spcBef>
                <a:spcPts val="0"/>
              </a:spcBef>
              <a:spcAft>
                <a:spcPts val="0"/>
              </a:spcAft>
              <a:buClr>
                <a:schemeClr val="lt1"/>
              </a:buClr>
              <a:buSzPts val="1400"/>
              <a:buFont typeface="Sora"/>
              <a:buChar char="■"/>
            </a:pPr>
            <a:r>
              <a:rPr lang="en">
                <a:solidFill>
                  <a:schemeClr val="lt1"/>
                </a:solidFill>
                <a:latin typeface="Sora"/>
                <a:ea typeface="Sora"/>
                <a:cs typeface="Sora"/>
                <a:sym typeface="Sora"/>
              </a:rPr>
              <a:t>International Trade Imports</a:t>
            </a:r>
            <a:endParaRPr>
              <a:solidFill>
                <a:schemeClr val="lt1"/>
              </a:solidFill>
              <a:latin typeface="Sora"/>
              <a:ea typeface="Sora"/>
              <a:cs typeface="Sora"/>
              <a:sym typeface="Sora"/>
            </a:endParaRPr>
          </a:p>
          <a:p>
            <a:pPr indent="-317500" lvl="1" marL="914400" rtl="0" algn="l">
              <a:spcBef>
                <a:spcPts val="0"/>
              </a:spcBef>
              <a:spcAft>
                <a:spcPts val="0"/>
              </a:spcAft>
              <a:buClr>
                <a:schemeClr val="lt1"/>
              </a:buClr>
              <a:buSzPts val="1400"/>
              <a:buFont typeface="Sora"/>
              <a:buChar char="○"/>
            </a:pPr>
            <a:r>
              <a:rPr lang="en">
                <a:solidFill>
                  <a:schemeClr val="lt1"/>
                </a:solidFill>
                <a:latin typeface="Sora"/>
                <a:ea typeface="Sora"/>
                <a:cs typeface="Sora"/>
                <a:sym typeface="Sora"/>
              </a:rPr>
              <a:t>USDA NASS</a:t>
            </a:r>
            <a:endParaRPr>
              <a:solidFill>
                <a:schemeClr val="lt1"/>
              </a:solidFill>
              <a:latin typeface="Sora"/>
              <a:ea typeface="Sora"/>
              <a:cs typeface="Sora"/>
              <a:sym typeface="Sora"/>
            </a:endParaRPr>
          </a:p>
          <a:p>
            <a:pPr indent="-317500" lvl="2" marL="1371600" rtl="0" algn="l">
              <a:spcBef>
                <a:spcPts val="0"/>
              </a:spcBef>
              <a:spcAft>
                <a:spcPts val="0"/>
              </a:spcAft>
              <a:buClr>
                <a:schemeClr val="lt1"/>
              </a:buClr>
              <a:buSzPts val="1400"/>
              <a:buFont typeface="Sora"/>
              <a:buChar char="■"/>
            </a:pPr>
            <a:r>
              <a:rPr lang="en">
                <a:solidFill>
                  <a:schemeClr val="lt1"/>
                </a:solidFill>
                <a:latin typeface="Sora"/>
                <a:ea typeface="Sora"/>
                <a:cs typeface="Sora"/>
                <a:sym typeface="Sora"/>
              </a:rPr>
              <a:t>Land usage by crop usage</a:t>
            </a:r>
            <a:endParaRPr>
              <a:solidFill>
                <a:schemeClr val="lt1"/>
              </a:solidFill>
              <a:latin typeface="Sora"/>
              <a:ea typeface="Sora"/>
              <a:cs typeface="Sora"/>
              <a:sym typeface="Sora"/>
            </a:endParaRPr>
          </a:p>
          <a:p>
            <a:pPr indent="-317500" lvl="1" marL="914400" rtl="0" algn="l">
              <a:spcBef>
                <a:spcPts val="0"/>
              </a:spcBef>
              <a:spcAft>
                <a:spcPts val="0"/>
              </a:spcAft>
              <a:buClr>
                <a:schemeClr val="lt1"/>
              </a:buClr>
              <a:buSzPts val="1400"/>
              <a:buFont typeface="Sora"/>
              <a:buChar char="○"/>
            </a:pPr>
            <a:r>
              <a:rPr lang="en">
                <a:solidFill>
                  <a:schemeClr val="lt1"/>
                </a:solidFill>
                <a:latin typeface="Sora"/>
                <a:ea typeface="Sora"/>
                <a:cs typeface="Sora"/>
                <a:sym typeface="Sora"/>
              </a:rPr>
              <a:t>NOAA</a:t>
            </a:r>
            <a:endParaRPr>
              <a:solidFill>
                <a:schemeClr val="lt1"/>
              </a:solidFill>
              <a:latin typeface="Sora"/>
              <a:ea typeface="Sora"/>
              <a:cs typeface="Sora"/>
              <a:sym typeface="Sora"/>
            </a:endParaRPr>
          </a:p>
          <a:p>
            <a:pPr indent="-317500" lvl="2" marL="1371600" rtl="0" algn="l">
              <a:spcBef>
                <a:spcPts val="0"/>
              </a:spcBef>
              <a:spcAft>
                <a:spcPts val="0"/>
              </a:spcAft>
              <a:buClr>
                <a:schemeClr val="lt1"/>
              </a:buClr>
              <a:buSzPts val="1400"/>
              <a:buFont typeface="Sora"/>
              <a:buChar char="■"/>
            </a:pPr>
            <a:r>
              <a:rPr lang="en">
                <a:solidFill>
                  <a:schemeClr val="lt1"/>
                </a:solidFill>
                <a:latin typeface="Sora"/>
                <a:ea typeface="Sora"/>
                <a:cs typeface="Sora"/>
                <a:sym typeface="Sora"/>
              </a:rPr>
              <a:t>Local historical climate information</a:t>
            </a:r>
            <a:endParaRPr>
              <a:solidFill>
                <a:schemeClr val="lt1"/>
              </a:solidFill>
              <a:latin typeface="Sora"/>
              <a:ea typeface="Sora"/>
              <a:cs typeface="Sora"/>
              <a:sym typeface="Sor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